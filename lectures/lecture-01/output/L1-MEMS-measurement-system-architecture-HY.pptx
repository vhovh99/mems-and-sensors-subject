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2" r:id="rId35"/>
    <p:sldId id="293" r:id="rId36"/>
    <p:sldId id="294" r:id="rId37"/>
    <p:sldId id="295" r:id="rId38"/>
    <p:sldId id="296" r:id="rId39"/>
    <p:sldId id="297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DC5A00-C99E-42CF-AAF3-231229EEBB99}" v="20" dt="2026-09-01T13:21:25.8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530" autoAdjust="0"/>
  </p:normalViewPr>
  <p:slideViewPr>
    <p:cSldViewPr snapToGrid="0">
      <p:cViewPr>
        <p:scale>
          <a:sx n="100" d="100"/>
          <a:sy n="100" d="100"/>
        </p:scale>
        <p:origin x="95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Հովհաննիսյան Վարդան Դավիթի" userId="e50b2cf9-71a2-4ef9-993b-4e49a3fc4b8d" providerId="ADAL" clId="{BB8F882D-F0C3-4375-9F30-790D84FABFC6}"/>
    <pc:docChg chg="undo redo custSel addSld delSld modSld">
      <pc:chgData name="Հովհաննիսյան Վարդան Դավիթի" userId="e50b2cf9-71a2-4ef9-993b-4e49a3fc4b8d" providerId="ADAL" clId="{BB8F882D-F0C3-4375-9F30-790D84FABFC6}" dt="2026-09-01T13:19:33.479" v="847" actId="20577"/>
      <pc:docMkLst>
        <pc:docMk/>
      </pc:docMkLst>
      <pc:sldChg chg="modSp mod">
        <pc:chgData name="Հովհաննիսյան Վարդան Դավիթի" userId="e50b2cf9-71a2-4ef9-993b-4e49a3fc4b8d" providerId="ADAL" clId="{BB8F882D-F0C3-4375-9F30-790D84FABFC6}" dt="2026-09-01T12:13:50.927" v="759" actId="20577"/>
        <pc:sldMkLst>
          <pc:docMk/>
          <pc:sldMk cId="0" sldId="258"/>
        </pc:sldMkLst>
        <pc:spChg chg="mod">
          <ac:chgData name="Հովհաննիսյան Վարդան Դավիթի" userId="e50b2cf9-71a2-4ef9-993b-4e49a3fc4b8d" providerId="ADAL" clId="{BB8F882D-F0C3-4375-9F30-790D84FABFC6}" dt="2026-09-01T12:13:50.927" v="759" actId="20577"/>
          <ac:spMkLst>
            <pc:docMk/>
            <pc:sldMk cId="0" sldId="258"/>
            <ac:spMk id="88" creationId="{00000000-0000-0000-0000-000000000000}"/>
          </ac:spMkLst>
        </pc:spChg>
      </pc:sldChg>
      <pc:sldChg chg="modSp mod">
        <pc:chgData name="Հովհաննիսյան Վարդան Դավիթի" userId="e50b2cf9-71a2-4ef9-993b-4e49a3fc4b8d" providerId="ADAL" clId="{BB8F882D-F0C3-4375-9F30-790D84FABFC6}" dt="2026-09-01T12:26:21.086" v="761" actId="207"/>
        <pc:sldMkLst>
          <pc:docMk/>
          <pc:sldMk cId="0" sldId="261"/>
        </pc:sldMkLst>
        <pc:spChg chg="mod">
          <ac:chgData name="Հովհաննիսյան Վարդան Դավիթի" userId="e50b2cf9-71a2-4ef9-993b-4e49a3fc4b8d" providerId="ADAL" clId="{BB8F882D-F0C3-4375-9F30-790D84FABFC6}" dt="2026-09-01T12:26:21.086" v="761" actId="207"/>
          <ac:spMkLst>
            <pc:docMk/>
            <pc:sldMk cId="0" sldId="261"/>
            <ac:spMk id="140" creationId="{00000000-0000-0000-0000-000000000000}"/>
          </ac:spMkLst>
        </pc:spChg>
      </pc:sldChg>
      <pc:sldChg chg="modSp mod">
        <pc:chgData name="Հովհաննիսյան Վարդան Դավիթի" userId="e50b2cf9-71a2-4ef9-993b-4e49a3fc4b8d" providerId="ADAL" clId="{BB8F882D-F0C3-4375-9F30-790D84FABFC6}" dt="2026-09-01T12:27:20.928" v="764" actId="20577"/>
        <pc:sldMkLst>
          <pc:docMk/>
          <pc:sldMk cId="0" sldId="262"/>
        </pc:sldMkLst>
        <pc:spChg chg="mod">
          <ac:chgData name="Հովհաննիսյան Վարդան Դավիթի" userId="e50b2cf9-71a2-4ef9-993b-4e49a3fc4b8d" providerId="ADAL" clId="{BB8F882D-F0C3-4375-9F30-790D84FABFC6}" dt="2026-09-01T12:27:04.952" v="762" actId="14100"/>
          <ac:spMkLst>
            <pc:docMk/>
            <pc:sldMk cId="0" sldId="262"/>
            <ac:spMk id="156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2:27:20.928" v="764" actId="20577"/>
          <ac:spMkLst>
            <pc:docMk/>
            <pc:sldMk cId="0" sldId="262"/>
            <ac:spMk id="159" creationId="{00000000-0000-0000-0000-000000000000}"/>
          </ac:spMkLst>
        </pc:spChg>
      </pc:sldChg>
      <pc:sldChg chg="modSp mod">
        <pc:chgData name="Հովհաննիսյան Վարդան Դավիթի" userId="e50b2cf9-71a2-4ef9-993b-4e49a3fc4b8d" providerId="ADAL" clId="{BB8F882D-F0C3-4375-9F30-790D84FABFC6}" dt="2026-09-01T13:04:02.931" v="770" actId="20577"/>
        <pc:sldMkLst>
          <pc:docMk/>
          <pc:sldMk cId="0" sldId="271"/>
        </pc:sldMkLst>
        <pc:graphicFrameChg chg="modGraphic">
          <ac:chgData name="Հովհաննիսյան Վարդան Դավիթի" userId="e50b2cf9-71a2-4ef9-993b-4e49a3fc4b8d" providerId="ADAL" clId="{BB8F882D-F0C3-4375-9F30-790D84FABFC6}" dt="2026-09-01T13:04:02.931" v="770" actId="20577"/>
          <ac:graphicFrameMkLst>
            <pc:docMk/>
            <pc:sldMk cId="0" sldId="271"/>
            <ac:graphicFrameMk id="322" creationId="{00000000-0000-0000-0000-000000000000}"/>
          </ac:graphicFrameMkLst>
        </pc:graphicFrameChg>
      </pc:sldChg>
      <pc:sldChg chg="modSp mod">
        <pc:chgData name="Հովհաննիսյան Վարդան Դավիթի" userId="e50b2cf9-71a2-4ef9-993b-4e49a3fc4b8d" providerId="ADAL" clId="{BB8F882D-F0C3-4375-9F30-790D84FABFC6}" dt="2026-09-01T13:06:21.159" v="783" actId="20577"/>
        <pc:sldMkLst>
          <pc:docMk/>
          <pc:sldMk cId="0" sldId="275"/>
        </pc:sldMkLst>
        <pc:spChg chg="mod">
          <ac:chgData name="Հովհաննիսյան Վարդան Դավիթի" userId="e50b2cf9-71a2-4ef9-993b-4e49a3fc4b8d" providerId="ADAL" clId="{BB8F882D-F0C3-4375-9F30-790D84FABFC6}" dt="2026-09-01T13:06:21.159" v="783" actId="20577"/>
          <ac:spMkLst>
            <pc:docMk/>
            <pc:sldMk cId="0" sldId="275"/>
            <ac:spMk id="374" creationId="{00000000-0000-0000-0000-000000000000}"/>
          </ac:spMkLst>
        </pc:spChg>
      </pc:sldChg>
      <pc:sldChg chg="modSp mod">
        <pc:chgData name="Հովհաննիսյան Վարդան Դավիթի" userId="e50b2cf9-71a2-4ef9-993b-4e49a3fc4b8d" providerId="ADAL" clId="{BB8F882D-F0C3-4375-9F30-790D84FABFC6}" dt="2026-09-01T13:08:00.894" v="810" actId="20577"/>
        <pc:sldMkLst>
          <pc:docMk/>
          <pc:sldMk cId="0" sldId="277"/>
        </pc:sldMkLst>
        <pc:spChg chg="mod">
          <ac:chgData name="Հովհաննիսյան Վարդան Դավիթի" userId="e50b2cf9-71a2-4ef9-993b-4e49a3fc4b8d" providerId="ADAL" clId="{BB8F882D-F0C3-4375-9F30-790D84FABFC6}" dt="2026-09-01T13:08:00.894" v="810" actId="20577"/>
          <ac:spMkLst>
            <pc:docMk/>
            <pc:sldMk cId="0" sldId="277"/>
            <ac:spMk id="400" creationId="{00000000-0000-0000-0000-000000000000}"/>
          </ac:spMkLst>
        </pc:spChg>
      </pc:sldChg>
      <pc:sldChg chg="modSp mod">
        <pc:chgData name="Հովհաննիսյան Վարդան Դավիթի" userId="e50b2cf9-71a2-4ef9-993b-4e49a3fc4b8d" providerId="ADAL" clId="{BB8F882D-F0C3-4375-9F30-790D84FABFC6}" dt="2026-09-01T13:14:24.481" v="823" actId="6549"/>
        <pc:sldMkLst>
          <pc:docMk/>
          <pc:sldMk cId="0" sldId="280"/>
        </pc:sldMkLst>
        <pc:spChg chg="mod">
          <ac:chgData name="Հովհաննիսյան Վարդան Դավիթի" userId="e50b2cf9-71a2-4ef9-993b-4e49a3fc4b8d" providerId="ADAL" clId="{BB8F882D-F0C3-4375-9F30-790D84FABFC6}" dt="2026-09-01T13:14:24.481" v="823" actId="6549"/>
          <ac:spMkLst>
            <pc:docMk/>
            <pc:sldMk cId="0" sldId="280"/>
            <ac:spMk id="435" creationId="{00000000-0000-0000-0000-000000000000}"/>
          </ac:spMkLst>
        </pc:spChg>
      </pc:sldChg>
      <pc:sldChg chg="delSp modSp mod">
        <pc:chgData name="Հովհաննիսյան Վարդան Դավիթի" userId="e50b2cf9-71a2-4ef9-993b-4e49a3fc4b8d" providerId="ADAL" clId="{BB8F882D-F0C3-4375-9F30-790D84FABFC6}" dt="2026-09-01T13:16:00.502" v="830" actId="20577"/>
        <pc:sldMkLst>
          <pc:docMk/>
          <pc:sldMk cId="0" sldId="281"/>
        </pc:sldMkLst>
        <pc:spChg chg="del">
          <ac:chgData name="Հովհաննիսյան Վարդան Դավիթի" userId="e50b2cf9-71a2-4ef9-993b-4e49a3fc4b8d" providerId="ADAL" clId="{BB8F882D-F0C3-4375-9F30-790D84FABFC6}" dt="2026-09-01T11:36:19.094" v="50" actId="478"/>
          <ac:spMkLst>
            <pc:docMk/>
            <pc:sldMk cId="0" sldId="281"/>
            <ac:spMk id="455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1:35:57.371" v="32" actId="255"/>
          <ac:spMkLst>
            <pc:docMk/>
            <pc:sldMk cId="0" sldId="281"/>
            <ac:spMk id="458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3:16:00.502" v="830" actId="20577"/>
          <ac:spMkLst>
            <pc:docMk/>
            <pc:sldMk cId="0" sldId="281"/>
            <ac:spMk id="459" creationId="{00000000-0000-0000-0000-000000000000}"/>
          </ac:spMkLst>
        </pc:spChg>
        <pc:spChg chg="del mod">
          <ac:chgData name="Հովհաննիսյան Վարդան Դավիթի" userId="e50b2cf9-71a2-4ef9-993b-4e49a3fc4b8d" providerId="ADAL" clId="{BB8F882D-F0C3-4375-9F30-790D84FABFC6}" dt="2026-09-01T11:36:10.996" v="35"/>
          <ac:spMkLst>
            <pc:docMk/>
            <pc:sldMk cId="0" sldId="281"/>
            <ac:spMk id="460" creationId="{00000000-0000-0000-0000-000000000000}"/>
          </ac:spMkLst>
        </pc:spChg>
        <pc:spChg chg="del mod">
          <ac:chgData name="Հովհաննիսյան Վարդան Դավիթի" userId="e50b2cf9-71a2-4ef9-993b-4e49a3fc4b8d" providerId="ADAL" clId="{BB8F882D-F0C3-4375-9F30-790D84FABFC6}" dt="2026-09-01T11:36:10.998" v="43"/>
          <ac:spMkLst>
            <pc:docMk/>
            <pc:sldMk cId="0" sldId="281"/>
            <ac:spMk id="461" creationId="{00000000-0000-0000-0000-000000000000}"/>
          </ac:spMkLst>
        </pc:spChg>
        <pc:spChg chg="del mod">
          <ac:chgData name="Հովհաննիսյան Վարդան Դավիթի" userId="e50b2cf9-71a2-4ef9-993b-4e49a3fc4b8d" providerId="ADAL" clId="{BB8F882D-F0C3-4375-9F30-790D84FABFC6}" dt="2026-09-01T11:36:10.997" v="37"/>
          <ac:spMkLst>
            <pc:docMk/>
            <pc:sldMk cId="0" sldId="281"/>
            <ac:spMk id="462" creationId="{00000000-0000-0000-0000-000000000000}"/>
          </ac:spMkLst>
        </pc:spChg>
        <pc:spChg chg="del mod">
          <ac:chgData name="Հովհաննիսյան Վարդան Դավիթի" userId="e50b2cf9-71a2-4ef9-993b-4e49a3fc4b8d" providerId="ADAL" clId="{BB8F882D-F0C3-4375-9F30-790D84FABFC6}" dt="2026-09-01T11:36:10.999" v="45"/>
          <ac:spMkLst>
            <pc:docMk/>
            <pc:sldMk cId="0" sldId="281"/>
            <ac:spMk id="463" creationId="{00000000-0000-0000-0000-000000000000}"/>
          </ac:spMkLst>
        </pc:spChg>
        <pc:spChg chg="del mod">
          <ac:chgData name="Հովհաննիսյան Վարդան Դավիթի" userId="e50b2cf9-71a2-4ef9-993b-4e49a3fc4b8d" providerId="ADAL" clId="{BB8F882D-F0C3-4375-9F30-790D84FABFC6}" dt="2026-09-01T11:36:10.997" v="39"/>
          <ac:spMkLst>
            <pc:docMk/>
            <pc:sldMk cId="0" sldId="281"/>
            <ac:spMk id="464" creationId="{00000000-0000-0000-0000-000000000000}"/>
          </ac:spMkLst>
        </pc:spChg>
        <pc:spChg chg="del mod">
          <ac:chgData name="Հովհաննիսյան Վարդան Դավիթի" userId="e50b2cf9-71a2-4ef9-993b-4e49a3fc4b8d" providerId="ADAL" clId="{BB8F882D-F0C3-4375-9F30-790D84FABFC6}" dt="2026-09-01T11:36:11" v="47"/>
          <ac:spMkLst>
            <pc:docMk/>
            <pc:sldMk cId="0" sldId="281"/>
            <ac:spMk id="465" creationId="{00000000-0000-0000-0000-000000000000}"/>
          </ac:spMkLst>
        </pc:spChg>
        <pc:spChg chg="del mod">
          <ac:chgData name="Հովհաննիսյան Վարդան Դավիթի" userId="e50b2cf9-71a2-4ef9-993b-4e49a3fc4b8d" providerId="ADAL" clId="{BB8F882D-F0C3-4375-9F30-790D84FABFC6}" dt="2026-09-01T11:36:10.998" v="41"/>
          <ac:spMkLst>
            <pc:docMk/>
            <pc:sldMk cId="0" sldId="281"/>
            <ac:spMk id="466" creationId="{00000000-0000-0000-0000-000000000000}"/>
          </ac:spMkLst>
        </pc:spChg>
        <pc:spChg chg="del mod">
          <ac:chgData name="Հովհաննիսյան Վարդան Դավիթի" userId="e50b2cf9-71a2-4ef9-993b-4e49a3fc4b8d" providerId="ADAL" clId="{BB8F882D-F0C3-4375-9F30-790D84FABFC6}" dt="2026-09-01T11:36:11" v="49"/>
          <ac:spMkLst>
            <pc:docMk/>
            <pc:sldMk cId="0" sldId="281"/>
            <ac:spMk id="467" creationId="{00000000-0000-0000-0000-000000000000}"/>
          </ac:spMkLst>
        </pc:spChg>
        <pc:spChg chg="del">
          <ac:chgData name="Հովհաննիսյան Վարդան Դավիթի" userId="e50b2cf9-71a2-4ef9-993b-4e49a3fc4b8d" providerId="ADAL" clId="{BB8F882D-F0C3-4375-9F30-790D84FABFC6}" dt="2026-09-01T11:36:10.994" v="33" actId="478"/>
          <ac:spMkLst>
            <pc:docMk/>
            <pc:sldMk cId="0" sldId="281"/>
            <ac:spMk id="468" creationId="{00000000-0000-0000-0000-000000000000}"/>
          </ac:spMkLst>
        </pc:spChg>
      </pc:sldChg>
      <pc:sldChg chg="modSp mod">
        <pc:chgData name="Հովհաննիսյան Վարդան Դավիթի" userId="e50b2cf9-71a2-4ef9-993b-4e49a3fc4b8d" providerId="ADAL" clId="{BB8F882D-F0C3-4375-9F30-790D84FABFC6}" dt="2026-09-01T12:12:20.601" v="724" actId="20577"/>
        <pc:sldMkLst>
          <pc:docMk/>
          <pc:sldMk cId="0" sldId="284"/>
        </pc:sldMkLst>
        <pc:spChg chg="mod">
          <ac:chgData name="Հովհաննիսյան Վարդան Դավիթի" userId="e50b2cf9-71a2-4ef9-993b-4e49a3fc4b8d" providerId="ADAL" clId="{BB8F882D-F0C3-4375-9F30-790D84FABFC6}" dt="2026-09-01T12:12:20.601" v="724" actId="20577"/>
          <ac:spMkLst>
            <pc:docMk/>
            <pc:sldMk cId="0" sldId="284"/>
            <ac:spMk id="510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1:36:39.368" v="65" actId="20577"/>
          <ac:spMkLst>
            <pc:docMk/>
            <pc:sldMk cId="0" sldId="284"/>
            <ac:spMk id="512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1:36:53.622" v="93" actId="20577"/>
          <ac:spMkLst>
            <pc:docMk/>
            <pc:sldMk cId="0" sldId="284"/>
            <ac:spMk id="515" creationId="{00000000-0000-0000-0000-000000000000}"/>
          </ac:spMkLst>
        </pc:spChg>
      </pc:sldChg>
      <pc:sldChg chg="modSp mod">
        <pc:chgData name="Հովհաննիսյան Վարդան Դավիթի" userId="e50b2cf9-71a2-4ef9-993b-4e49a3fc4b8d" providerId="ADAL" clId="{BB8F882D-F0C3-4375-9F30-790D84FABFC6}" dt="2026-09-01T12:12:28.232" v="726" actId="20577"/>
        <pc:sldMkLst>
          <pc:docMk/>
          <pc:sldMk cId="0" sldId="285"/>
        </pc:sldMkLst>
        <pc:spChg chg="mod">
          <ac:chgData name="Հովհաննիսյան Վարդան Դավիթի" userId="e50b2cf9-71a2-4ef9-993b-4e49a3fc4b8d" providerId="ADAL" clId="{BB8F882D-F0C3-4375-9F30-790D84FABFC6}" dt="2026-09-01T12:12:28.232" v="726" actId="20577"/>
          <ac:spMkLst>
            <pc:docMk/>
            <pc:sldMk cId="0" sldId="285"/>
            <ac:spMk id="518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1:37:27.977" v="121" actId="20577"/>
          <ac:spMkLst>
            <pc:docMk/>
            <pc:sldMk cId="0" sldId="285"/>
            <ac:spMk id="520" creationId="{00000000-0000-0000-0000-000000000000}"/>
          </ac:spMkLst>
        </pc:spChg>
      </pc:sldChg>
      <pc:sldChg chg="addSp delSp modSp mod">
        <pc:chgData name="Հովհաննիսյան Վարդան Դավիթի" userId="e50b2cf9-71a2-4ef9-993b-4e49a3fc4b8d" providerId="ADAL" clId="{BB8F882D-F0C3-4375-9F30-790D84FABFC6}" dt="2026-09-01T13:19:33.479" v="847" actId="20577"/>
        <pc:sldMkLst>
          <pc:docMk/>
          <pc:sldMk cId="0" sldId="286"/>
        </pc:sldMkLst>
        <pc:spChg chg="mod">
          <ac:chgData name="Հովհաննիսյան Վարդան Դավիթի" userId="e50b2cf9-71a2-4ef9-993b-4e49a3fc4b8d" providerId="ADAL" clId="{BB8F882D-F0C3-4375-9F30-790D84FABFC6}" dt="2026-09-01T11:38:36.262" v="136" actId="1076"/>
          <ac:spMkLst>
            <pc:docMk/>
            <pc:sldMk cId="0" sldId="286"/>
            <ac:spMk id="524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2:12:33.445" v="728" actId="20577"/>
          <ac:spMkLst>
            <pc:docMk/>
            <pc:sldMk cId="0" sldId="286"/>
            <ac:spMk id="525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1:38:06.635" v="134" actId="20577"/>
          <ac:spMkLst>
            <pc:docMk/>
            <pc:sldMk cId="0" sldId="286"/>
            <ac:spMk id="532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1:38:57.456" v="141" actId="403"/>
          <ac:spMkLst>
            <pc:docMk/>
            <pc:sldMk cId="0" sldId="286"/>
            <ac:spMk id="533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3:18:56.369" v="839" actId="20577"/>
          <ac:spMkLst>
            <pc:docMk/>
            <pc:sldMk cId="0" sldId="286"/>
            <ac:spMk id="537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1:39:20.285" v="148" actId="14100"/>
          <ac:spMkLst>
            <pc:docMk/>
            <pc:sldMk cId="0" sldId="286"/>
            <ac:spMk id="539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3:19:33.479" v="847" actId="20577"/>
          <ac:spMkLst>
            <pc:docMk/>
            <pc:sldMk cId="0" sldId="286"/>
            <ac:spMk id="541" creationId="{00000000-0000-0000-0000-000000000000}"/>
          </ac:spMkLst>
        </pc:spChg>
        <pc:spChg chg="add del mod">
          <ac:chgData name="Հովհաննիսյան Վարդան Դավիթի" userId="e50b2cf9-71a2-4ef9-993b-4e49a3fc4b8d" providerId="ADAL" clId="{BB8F882D-F0C3-4375-9F30-790D84FABFC6}" dt="2026-09-01T11:38:43.968" v="139" actId="478"/>
          <ac:spMkLst>
            <pc:docMk/>
            <pc:sldMk cId="0" sldId="286"/>
            <ac:spMk id="542" creationId="{00000000-0000-0000-0000-000000000000}"/>
          </ac:spMkLst>
        </pc:spChg>
      </pc:sldChg>
      <pc:sldChg chg="delSp modSp mod">
        <pc:chgData name="Հովհաննիսյան Վարդան Դավիթի" userId="e50b2cf9-71a2-4ef9-993b-4e49a3fc4b8d" providerId="ADAL" clId="{BB8F882D-F0C3-4375-9F30-790D84FABFC6}" dt="2026-09-01T12:12:38.001" v="730" actId="20577"/>
        <pc:sldMkLst>
          <pc:docMk/>
          <pc:sldMk cId="0" sldId="287"/>
        </pc:sldMkLst>
        <pc:spChg chg="mod">
          <ac:chgData name="Հովհաննիսյան Վարդան Դավիթի" userId="e50b2cf9-71a2-4ef9-993b-4e49a3fc4b8d" providerId="ADAL" clId="{BB8F882D-F0C3-4375-9F30-790D84FABFC6}" dt="2026-09-01T12:12:38.001" v="730" actId="20577"/>
          <ac:spMkLst>
            <pc:docMk/>
            <pc:sldMk cId="0" sldId="287"/>
            <ac:spMk id="545" creationId="{00000000-0000-0000-0000-000000000000}"/>
          </ac:spMkLst>
        </pc:spChg>
        <pc:spChg chg="del">
          <ac:chgData name="Հովհաննիսյան Վարդան Դավիթի" userId="e50b2cf9-71a2-4ef9-993b-4e49a3fc4b8d" providerId="ADAL" clId="{BB8F882D-F0C3-4375-9F30-790D84FABFC6}" dt="2026-09-01T11:46:01.510" v="268" actId="478"/>
          <ac:spMkLst>
            <pc:docMk/>
            <pc:sldMk cId="0" sldId="287"/>
            <ac:spMk id="550" creationId="{00000000-0000-0000-0000-000000000000}"/>
          </ac:spMkLst>
        </pc:spChg>
        <pc:graphicFrameChg chg="modGraphic">
          <ac:chgData name="Հովհաննիսյան Վարդան Դավիթի" userId="e50b2cf9-71a2-4ef9-993b-4e49a3fc4b8d" providerId="ADAL" clId="{BB8F882D-F0C3-4375-9F30-790D84FABFC6}" dt="2026-09-01T11:45:41.305" v="267" actId="20577"/>
          <ac:graphicFrameMkLst>
            <pc:docMk/>
            <pc:sldMk cId="0" sldId="287"/>
            <ac:graphicFrameMk id="549" creationId="{00000000-0000-0000-0000-000000000000}"/>
          </ac:graphicFrameMkLst>
        </pc:graphicFrameChg>
      </pc:sldChg>
      <pc:sldChg chg="delSp modSp mod">
        <pc:chgData name="Հովհաննիսյան Վարդան Դավիթի" userId="e50b2cf9-71a2-4ef9-993b-4e49a3fc4b8d" providerId="ADAL" clId="{BB8F882D-F0C3-4375-9F30-790D84FABFC6}" dt="2026-09-01T12:12:40.459" v="732" actId="20577"/>
        <pc:sldMkLst>
          <pc:docMk/>
          <pc:sldMk cId="0" sldId="288"/>
        </pc:sldMkLst>
        <pc:spChg chg="mod">
          <ac:chgData name="Հովհաննիսյան Վարդան Դավիթի" userId="e50b2cf9-71a2-4ef9-993b-4e49a3fc4b8d" providerId="ADAL" clId="{BB8F882D-F0C3-4375-9F30-790D84FABFC6}" dt="2026-09-01T12:12:40.459" v="732" actId="20577"/>
          <ac:spMkLst>
            <pc:docMk/>
            <pc:sldMk cId="0" sldId="288"/>
            <ac:spMk id="553" creationId="{00000000-0000-0000-0000-000000000000}"/>
          </ac:spMkLst>
        </pc:spChg>
        <pc:spChg chg="del">
          <ac:chgData name="Հովհաննիսյան Վարդան Դավիթի" userId="e50b2cf9-71a2-4ef9-993b-4e49a3fc4b8d" providerId="ADAL" clId="{BB8F882D-F0C3-4375-9F30-790D84FABFC6}" dt="2026-09-01T11:46:20.140" v="269" actId="478"/>
          <ac:spMkLst>
            <pc:docMk/>
            <pc:sldMk cId="0" sldId="288"/>
            <ac:spMk id="556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1:46:47.761" v="304" actId="20577"/>
          <ac:spMkLst>
            <pc:docMk/>
            <pc:sldMk cId="0" sldId="288"/>
            <ac:spMk id="557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1:47:52.255" v="334" actId="403"/>
          <ac:spMkLst>
            <pc:docMk/>
            <pc:sldMk cId="0" sldId="288"/>
            <ac:spMk id="558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1:48:06.509" v="337" actId="403"/>
          <ac:spMkLst>
            <pc:docMk/>
            <pc:sldMk cId="0" sldId="288"/>
            <ac:spMk id="561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1:47:34.018" v="332" actId="20577"/>
          <ac:spMkLst>
            <pc:docMk/>
            <pc:sldMk cId="0" sldId="288"/>
            <ac:spMk id="563" creationId="{00000000-0000-0000-0000-000000000000}"/>
          </ac:spMkLst>
        </pc:spChg>
        <pc:spChg chg="del">
          <ac:chgData name="Հովհաննիսյան Վարդան Դավիթի" userId="e50b2cf9-71a2-4ef9-993b-4e49a3fc4b8d" providerId="ADAL" clId="{BB8F882D-F0C3-4375-9F30-790D84FABFC6}" dt="2026-09-01T11:47:57.359" v="335" actId="478"/>
          <ac:spMkLst>
            <pc:docMk/>
            <pc:sldMk cId="0" sldId="288"/>
            <ac:spMk id="564" creationId="{00000000-0000-0000-0000-000000000000}"/>
          </ac:spMkLst>
        </pc:spChg>
      </pc:sldChg>
      <pc:sldChg chg="modSp mod">
        <pc:chgData name="Հովհաննիսյան Վարդան Դավիթի" userId="e50b2cf9-71a2-4ef9-993b-4e49a3fc4b8d" providerId="ADAL" clId="{BB8F882D-F0C3-4375-9F30-790D84FABFC6}" dt="2026-09-01T12:12:44.080" v="734" actId="20577"/>
        <pc:sldMkLst>
          <pc:docMk/>
          <pc:sldMk cId="0" sldId="289"/>
        </pc:sldMkLst>
        <pc:spChg chg="mod">
          <ac:chgData name="Հովհաննիսյան Վարդան Դավիթի" userId="e50b2cf9-71a2-4ef9-993b-4e49a3fc4b8d" providerId="ADAL" clId="{BB8F882D-F0C3-4375-9F30-790D84FABFC6}" dt="2026-09-01T12:12:44.080" v="734" actId="20577"/>
          <ac:spMkLst>
            <pc:docMk/>
            <pc:sldMk cId="0" sldId="289"/>
            <ac:spMk id="567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1:50:32.284" v="338" actId="20577"/>
          <ac:spMkLst>
            <pc:docMk/>
            <pc:sldMk cId="0" sldId="289"/>
            <ac:spMk id="568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1:56:54.440" v="522" actId="20577"/>
          <ac:spMkLst>
            <pc:docMk/>
            <pc:sldMk cId="0" sldId="289"/>
            <ac:spMk id="569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1:54:27.158" v="480" actId="1076"/>
          <ac:spMkLst>
            <pc:docMk/>
            <pc:sldMk cId="0" sldId="289"/>
            <ac:spMk id="572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1:54:55.208" v="484" actId="1076"/>
          <ac:spMkLst>
            <pc:docMk/>
            <pc:sldMk cId="0" sldId="289"/>
            <ac:spMk id="575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1:54:32.549" v="482" actId="1076"/>
          <ac:spMkLst>
            <pc:docMk/>
            <pc:sldMk cId="0" sldId="289"/>
            <ac:spMk id="578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1:54:34.519" v="483" actId="1076"/>
          <ac:spMkLst>
            <pc:docMk/>
            <pc:sldMk cId="0" sldId="289"/>
            <ac:spMk id="581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1:52:22.164" v="410" actId="20577"/>
          <ac:spMkLst>
            <pc:docMk/>
            <pc:sldMk cId="0" sldId="289"/>
            <ac:spMk id="582" creationId="{00000000-0000-0000-0000-000000000000}"/>
          </ac:spMkLst>
        </pc:spChg>
      </pc:sldChg>
      <pc:sldChg chg="modSp mod">
        <pc:chgData name="Հովհաննիսյան Վարդան Դավիթի" userId="e50b2cf9-71a2-4ef9-993b-4e49a3fc4b8d" providerId="ADAL" clId="{BB8F882D-F0C3-4375-9F30-790D84FABFC6}" dt="2026-09-01T12:12:47.987" v="738" actId="20577"/>
        <pc:sldMkLst>
          <pc:docMk/>
          <pc:sldMk cId="0" sldId="290"/>
        </pc:sldMkLst>
        <pc:spChg chg="mod">
          <ac:chgData name="Հովհաննիսյան Վարդան Դավիթի" userId="e50b2cf9-71a2-4ef9-993b-4e49a3fc4b8d" providerId="ADAL" clId="{BB8F882D-F0C3-4375-9F30-790D84FABFC6}" dt="2026-09-01T12:12:47.987" v="738" actId="20577"/>
          <ac:spMkLst>
            <pc:docMk/>
            <pc:sldMk cId="0" sldId="290"/>
            <ac:spMk id="585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1:55:27.078" v="498" actId="6549"/>
          <ac:spMkLst>
            <pc:docMk/>
            <pc:sldMk cId="0" sldId="290"/>
            <ac:spMk id="586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1:56:39.670" v="515" actId="20577"/>
          <ac:spMkLst>
            <pc:docMk/>
            <pc:sldMk cId="0" sldId="290"/>
            <ac:spMk id="587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1:55:38.636" v="500"/>
          <ac:spMkLst>
            <pc:docMk/>
            <pc:sldMk cId="0" sldId="290"/>
            <ac:spMk id="590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1:55:43.311" v="502" actId="113"/>
          <ac:spMkLst>
            <pc:docMk/>
            <pc:sldMk cId="0" sldId="290"/>
            <ac:spMk id="593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1:55:47.467" v="503"/>
          <ac:spMkLst>
            <pc:docMk/>
            <pc:sldMk cId="0" sldId="290"/>
            <ac:spMk id="596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1:55:51.296" v="504"/>
          <ac:spMkLst>
            <pc:docMk/>
            <pc:sldMk cId="0" sldId="290"/>
            <ac:spMk id="599" creationId="{00000000-0000-0000-0000-000000000000}"/>
          </ac:spMkLst>
        </pc:spChg>
      </pc:sldChg>
      <pc:sldChg chg="del">
        <pc:chgData name="Հովհաննիսյան Վարդան Դավիթի" userId="e50b2cf9-71a2-4ef9-993b-4e49a3fc4b8d" providerId="ADAL" clId="{BB8F882D-F0C3-4375-9F30-790D84FABFC6}" dt="2026-09-01T11:59:15.844" v="523" actId="2696"/>
        <pc:sldMkLst>
          <pc:docMk/>
          <pc:sldMk cId="0" sldId="291"/>
        </pc:sldMkLst>
      </pc:sldChg>
      <pc:sldChg chg="delSp modSp mod">
        <pc:chgData name="Հովհաննիսյան Վարդան Դավիթի" userId="e50b2cf9-71a2-4ef9-993b-4e49a3fc4b8d" providerId="ADAL" clId="{BB8F882D-F0C3-4375-9F30-790D84FABFC6}" dt="2026-09-01T12:12:54.015" v="740" actId="20577"/>
        <pc:sldMkLst>
          <pc:docMk/>
          <pc:sldMk cId="0" sldId="292"/>
        </pc:sldMkLst>
        <pc:spChg chg="mod">
          <ac:chgData name="Հովհաննիսյան Վարդան Դավիթի" userId="e50b2cf9-71a2-4ef9-993b-4e49a3fc4b8d" providerId="ADAL" clId="{BB8F882D-F0C3-4375-9F30-790D84FABFC6}" dt="2026-09-01T12:12:54.015" v="740" actId="20577"/>
          <ac:spMkLst>
            <pc:docMk/>
            <pc:sldMk cId="0" sldId="292"/>
            <ac:spMk id="614" creationId="{00000000-0000-0000-0000-000000000000}"/>
          </ac:spMkLst>
        </pc:spChg>
        <pc:spChg chg="del">
          <ac:chgData name="Հովհաննիսյան Վարդան Դավիթի" userId="e50b2cf9-71a2-4ef9-993b-4e49a3fc4b8d" providerId="ADAL" clId="{BB8F882D-F0C3-4375-9F30-790D84FABFC6}" dt="2026-09-01T11:59:33.536" v="524" actId="478"/>
          <ac:spMkLst>
            <pc:docMk/>
            <pc:sldMk cId="0" sldId="292"/>
            <ac:spMk id="617" creationId="{00000000-0000-0000-0000-000000000000}"/>
          </ac:spMkLst>
        </pc:spChg>
        <pc:spChg chg="del">
          <ac:chgData name="Հովհաննիսյան Վարդան Դավիթի" userId="e50b2cf9-71a2-4ef9-993b-4e49a3fc4b8d" providerId="ADAL" clId="{BB8F882D-F0C3-4375-9F30-790D84FABFC6}" dt="2026-09-01T11:59:45.924" v="525" actId="478"/>
          <ac:spMkLst>
            <pc:docMk/>
            <pc:sldMk cId="0" sldId="292"/>
            <ac:spMk id="638" creationId="{00000000-0000-0000-0000-000000000000}"/>
          </ac:spMkLst>
        </pc:spChg>
      </pc:sldChg>
      <pc:sldChg chg="modSp mod">
        <pc:chgData name="Հովհաննիսյան Վարդան Դավիթի" userId="e50b2cf9-71a2-4ef9-993b-4e49a3fc4b8d" providerId="ADAL" clId="{BB8F882D-F0C3-4375-9F30-790D84FABFC6}" dt="2026-09-01T12:12:57.649" v="742" actId="20577"/>
        <pc:sldMkLst>
          <pc:docMk/>
          <pc:sldMk cId="0" sldId="293"/>
        </pc:sldMkLst>
        <pc:spChg chg="mod">
          <ac:chgData name="Հովհաննիսյան Վարդան Դավիթի" userId="e50b2cf9-71a2-4ef9-993b-4e49a3fc4b8d" providerId="ADAL" clId="{BB8F882D-F0C3-4375-9F30-790D84FABFC6}" dt="2026-09-01T12:12:57.649" v="742" actId="20577"/>
          <ac:spMkLst>
            <pc:docMk/>
            <pc:sldMk cId="0" sldId="293"/>
            <ac:spMk id="641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2:00:08.155" v="546" actId="20577"/>
          <ac:spMkLst>
            <pc:docMk/>
            <pc:sldMk cId="0" sldId="293"/>
            <ac:spMk id="644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2:00:04.082" v="542" actId="20577"/>
          <ac:spMkLst>
            <pc:docMk/>
            <pc:sldMk cId="0" sldId="293"/>
            <ac:spMk id="645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2:00:12.608" v="552" actId="20577"/>
          <ac:spMkLst>
            <pc:docMk/>
            <pc:sldMk cId="0" sldId="293"/>
            <ac:spMk id="646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2:03:39.740" v="571" actId="404"/>
          <ac:spMkLst>
            <pc:docMk/>
            <pc:sldMk cId="0" sldId="293"/>
            <ac:spMk id="650" creationId="{00000000-0000-0000-0000-000000000000}"/>
          </ac:spMkLst>
        </pc:spChg>
      </pc:sldChg>
      <pc:sldChg chg="modSp mod">
        <pc:chgData name="Հովհաննիսյան Վարդան Դավիթի" userId="e50b2cf9-71a2-4ef9-993b-4e49a3fc4b8d" providerId="ADAL" clId="{BB8F882D-F0C3-4375-9F30-790D84FABFC6}" dt="2026-09-01T12:13:01.167" v="744" actId="20577"/>
        <pc:sldMkLst>
          <pc:docMk/>
          <pc:sldMk cId="0" sldId="294"/>
        </pc:sldMkLst>
        <pc:spChg chg="mod">
          <ac:chgData name="Հովհաննիսյան Վարդան Դավիթի" userId="e50b2cf9-71a2-4ef9-993b-4e49a3fc4b8d" providerId="ADAL" clId="{BB8F882D-F0C3-4375-9F30-790D84FABFC6}" dt="2026-09-01T12:13:01.167" v="744" actId="20577"/>
          <ac:spMkLst>
            <pc:docMk/>
            <pc:sldMk cId="0" sldId="294"/>
            <ac:spMk id="654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2:04:32.026" v="577" actId="20577"/>
          <ac:spMkLst>
            <pc:docMk/>
            <pc:sldMk cId="0" sldId="294"/>
            <ac:spMk id="655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2:05:17.906" v="610" actId="20577"/>
          <ac:spMkLst>
            <pc:docMk/>
            <pc:sldMk cId="0" sldId="294"/>
            <ac:spMk id="683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2:06:02.564" v="628" actId="20577"/>
          <ac:spMkLst>
            <pc:docMk/>
            <pc:sldMk cId="0" sldId="294"/>
            <ac:spMk id="684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2:06:06.949" v="634" actId="20577"/>
          <ac:spMkLst>
            <pc:docMk/>
            <pc:sldMk cId="0" sldId="294"/>
            <ac:spMk id="685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2:05:33.451" v="617" actId="20577"/>
          <ac:spMkLst>
            <pc:docMk/>
            <pc:sldMk cId="0" sldId="294"/>
            <ac:spMk id="686" creationId="{00000000-0000-0000-0000-000000000000}"/>
          </ac:spMkLst>
        </pc:spChg>
      </pc:sldChg>
      <pc:sldChg chg="modSp mod">
        <pc:chgData name="Հովհաննիսյան Վարդան Դավիթի" userId="e50b2cf9-71a2-4ef9-993b-4e49a3fc4b8d" providerId="ADAL" clId="{BB8F882D-F0C3-4375-9F30-790D84FABFC6}" dt="2026-09-01T12:13:06.356" v="747" actId="20577"/>
        <pc:sldMkLst>
          <pc:docMk/>
          <pc:sldMk cId="0" sldId="295"/>
        </pc:sldMkLst>
        <pc:spChg chg="mod">
          <ac:chgData name="Հովհաննիսյան Վարդան Դավիթի" userId="e50b2cf9-71a2-4ef9-993b-4e49a3fc4b8d" providerId="ADAL" clId="{BB8F882D-F0C3-4375-9F30-790D84FABFC6}" dt="2026-09-01T12:13:06.356" v="747" actId="20577"/>
          <ac:spMkLst>
            <pc:docMk/>
            <pc:sldMk cId="0" sldId="295"/>
            <ac:spMk id="689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2:06:54.637" v="642" actId="20577"/>
          <ac:spMkLst>
            <pc:docMk/>
            <pc:sldMk cId="0" sldId="295"/>
            <ac:spMk id="691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2:08:06.410" v="650" actId="20577"/>
          <ac:spMkLst>
            <pc:docMk/>
            <pc:sldMk cId="0" sldId="295"/>
            <ac:spMk id="693" creationId="{00000000-0000-0000-0000-000000000000}"/>
          </ac:spMkLst>
        </pc:spChg>
      </pc:sldChg>
      <pc:sldChg chg="delSp modSp mod">
        <pc:chgData name="Հովհաննիսյան Վարդան Դավիթի" userId="e50b2cf9-71a2-4ef9-993b-4e49a3fc4b8d" providerId="ADAL" clId="{BB8F882D-F0C3-4375-9F30-790D84FABFC6}" dt="2026-09-01T12:13:11.363" v="749" actId="20577"/>
        <pc:sldMkLst>
          <pc:docMk/>
          <pc:sldMk cId="0" sldId="296"/>
        </pc:sldMkLst>
        <pc:spChg chg="mod">
          <ac:chgData name="Հովհաննիսյան Վարդան Դավիթի" userId="e50b2cf9-71a2-4ef9-993b-4e49a3fc4b8d" providerId="ADAL" clId="{BB8F882D-F0C3-4375-9F30-790D84FABFC6}" dt="2026-09-01T12:13:11.363" v="749" actId="20577"/>
          <ac:spMkLst>
            <pc:docMk/>
            <pc:sldMk cId="0" sldId="296"/>
            <ac:spMk id="696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2:08:17.831" v="660" actId="20577"/>
          <ac:spMkLst>
            <pc:docMk/>
            <pc:sldMk cId="0" sldId="296"/>
            <ac:spMk id="697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2:08:27.512" v="671" actId="20577"/>
          <ac:spMkLst>
            <pc:docMk/>
            <pc:sldMk cId="0" sldId="296"/>
            <ac:spMk id="699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2:08:44.121" v="686" actId="20577"/>
          <ac:spMkLst>
            <pc:docMk/>
            <pc:sldMk cId="0" sldId="296"/>
            <ac:spMk id="700" creationId="{00000000-0000-0000-0000-000000000000}"/>
          </ac:spMkLst>
        </pc:spChg>
        <pc:spChg chg="del">
          <ac:chgData name="Հովհաննիսյան Վարդան Դավիթի" userId="e50b2cf9-71a2-4ef9-993b-4e49a3fc4b8d" providerId="ADAL" clId="{BB8F882D-F0C3-4375-9F30-790D84FABFC6}" dt="2026-09-01T12:09:07.224" v="687" actId="478"/>
          <ac:spMkLst>
            <pc:docMk/>
            <pc:sldMk cId="0" sldId="296"/>
            <ac:spMk id="702" creationId="{00000000-0000-0000-0000-000000000000}"/>
          </ac:spMkLst>
        </pc:spChg>
      </pc:sldChg>
      <pc:sldChg chg="modSp mod">
        <pc:chgData name="Հովհաննիսյան Վարդան Դավիթի" userId="e50b2cf9-71a2-4ef9-993b-4e49a3fc4b8d" providerId="ADAL" clId="{BB8F882D-F0C3-4375-9F30-790D84FABFC6}" dt="2026-09-01T12:13:15.048" v="751" actId="20577"/>
        <pc:sldMkLst>
          <pc:docMk/>
          <pc:sldMk cId="0" sldId="297"/>
        </pc:sldMkLst>
        <pc:spChg chg="mod">
          <ac:chgData name="Հովհաննիսյան Վարդան Դավիթի" userId="e50b2cf9-71a2-4ef9-993b-4e49a3fc4b8d" providerId="ADAL" clId="{BB8F882D-F0C3-4375-9F30-790D84FABFC6}" dt="2026-09-01T12:13:15.048" v="751" actId="20577"/>
          <ac:spMkLst>
            <pc:docMk/>
            <pc:sldMk cId="0" sldId="297"/>
            <ac:spMk id="705" creationId="{00000000-0000-0000-0000-000000000000}"/>
          </ac:spMkLst>
        </pc:spChg>
        <pc:spChg chg="mod">
          <ac:chgData name="Հովհաննիսյան Վարդան Դավիթի" userId="e50b2cf9-71a2-4ef9-993b-4e49a3fc4b8d" providerId="ADAL" clId="{BB8F882D-F0C3-4375-9F30-790D84FABFC6}" dt="2026-09-01T12:09:26.213" v="717" actId="20577"/>
          <ac:spMkLst>
            <pc:docMk/>
            <pc:sldMk cId="0" sldId="297"/>
            <ac:spMk id="706" creationId="{00000000-0000-0000-0000-000000000000}"/>
          </ac:spMkLst>
        </pc:spChg>
      </pc:sldChg>
      <pc:sldChg chg="del">
        <pc:chgData name="Հովհաննիսյան Վարդան Դավիթի" userId="e50b2cf9-71a2-4ef9-993b-4e49a3fc4b8d" providerId="ADAL" clId="{BB8F882D-F0C3-4375-9F30-790D84FABFC6}" dt="2026-09-01T12:10:15.281" v="718" actId="47"/>
        <pc:sldMkLst>
          <pc:docMk/>
          <pc:sldMk cId="0" sldId="298"/>
        </pc:sldMkLst>
      </pc:sldChg>
      <pc:sldChg chg="del">
        <pc:chgData name="Հովհաննիսյան Վարդան Դավիթի" userId="e50b2cf9-71a2-4ef9-993b-4e49a3fc4b8d" providerId="ADAL" clId="{BB8F882D-F0C3-4375-9F30-790D84FABFC6}" dt="2026-09-01T12:10:51.887" v="719" actId="2696"/>
        <pc:sldMkLst>
          <pc:docMk/>
          <pc:sldMk cId="0" sldId="299"/>
        </pc:sldMkLst>
      </pc:sldChg>
      <pc:sldChg chg="add del">
        <pc:chgData name="Հովհաննիսյան Վարդան Դավիթի" userId="e50b2cf9-71a2-4ef9-993b-4e49a3fc4b8d" providerId="ADAL" clId="{BB8F882D-F0C3-4375-9F30-790D84FABFC6}" dt="2026-09-01T12:12:10.544" v="722" actId="2696"/>
        <pc:sldMkLst>
          <pc:docMk/>
          <pc:sldMk cId="0" sldId="300"/>
        </pc:sldMkLst>
      </pc:sldChg>
    </pc:docChg>
  </pc:docChgLst>
  <pc:docChgLst>
    <pc:chgData name="Հովհաննիսյան Վարդան Դավիթի" userId="S::vardan.hovhannisyan@polytechnic.am::e50b2cf9-71a2-4ef9-993b-4e49a3fc4b8d" providerId="AD" clId="Web-{00000000-0000-0000-0000-000000000000}"/>
    <pc:docChg chg="delSld modSld">
      <pc:chgData name="Հովհաննիսյան Վարդան Դավիթի" userId="S::vardan.hovhannisyan@polytechnic.am::e50b2cf9-71a2-4ef9-993b-4e49a3fc4b8d" providerId="AD" clId="Web-{00000000-0000-0000-0000-000000000000}" dt="2026-08-29T19:42:39.018" v="1031"/>
      <pc:docMkLst>
        <pc:docMk/>
      </pc:docMkLst>
      <pc:sldChg chg="modSp">
        <pc:chgData name="Հովհաննիսյան Վարդան Դավիթի" userId="S::vardan.hovhannisyan@polytechnic.am::e50b2cf9-71a2-4ef9-993b-4e49a3fc4b8d" providerId="AD" clId="Web-{00000000-0000-0000-0000-000000000000}" dt="2026-08-29T18:03:23.910" v="9"/>
        <pc:sldMkLst>
          <pc:docMk/>
          <pc:sldMk cId="0" sldId="256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3:23.848" v="6"/>
          <ac:spMkLst>
            <pc:docMk/>
            <pc:sldMk cId="0" sldId="256"/>
            <ac:spMk id="6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3:23.848" v="7"/>
          <ac:spMkLst>
            <pc:docMk/>
            <pc:sldMk cId="0" sldId="256"/>
            <ac:spMk id="6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3:06.097" v="1" actId="20577"/>
          <ac:spMkLst>
            <pc:docMk/>
            <pc:sldMk cId="0" sldId="256"/>
            <ac:spMk id="6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3:11.332" v="3" actId="20577"/>
          <ac:spMkLst>
            <pc:docMk/>
            <pc:sldMk cId="0" sldId="256"/>
            <ac:spMk id="7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3:23.848" v="8"/>
          <ac:spMkLst>
            <pc:docMk/>
            <pc:sldMk cId="0" sldId="256"/>
            <ac:spMk id="7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3:17.879" v="5" actId="20577"/>
          <ac:spMkLst>
            <pc:docMk/>
            <pc:sldMk cId="0" sldId="256"/>
            <ac:spMk id="7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3:23.910" v="9"/>
          <ac:spMkLst>
            <pc:docMk/>
            <pc:sldMk cId="0" sldId="256"/>
            <ac:spMk id="73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8:05:02.273" v="16"/>
        <pc:sldMkLst>
          <pc:docMk/>
          <pc:sldMk cId="0" sldId="257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02.195" v="10"/>
          <ac:spMkLst>
            <pc:docMk/>
            <pc:sldMk cId="0" sldId="257"/>
            <ac:spMk id="7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02.195" v="11"/>
          <ac:spMkLst>
            <pc:docMk/>
            <pc:sldMk cId="0" sldId="257"/>
            <ac:spMk id="7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02.195" v="12"/>
          <ac:spMkLst>
            <pc:docMk/>
            <pc:sldMk cId="0" sldId="257"/>
            <ac:spMk id="7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02.210" v="13"/>
          <ac:spMkLst>
            <pc:docMk/>
            <pc:sldMk cId="0" sldId="257"/>
            <ac:spMk id="7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02.210" v="14"/>
          <ac:spMkLst>
            <pc:docMk/>
            <pc:sldMk cId="0" sldId="257"/>
            <ac:spMk id="7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02.210" v="15"/>
          <ac:spMkLst>
            <pc:docMk/>
            <pc:sldMk cId="0" sldId="257"/>
            <ac:spMk id="7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02.273" v="16"/>
          <ac:spMkLst>
            <pc:docMk/>
            <pc:sldMk cId="0" sldId="257"/>
            <ac:spMk id="80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8:11:29.021" v="695" actId="14100"/>
        <pc:sldMkLst>
          <pc:docMk/>
          <pc:sldMk cId="0" sldId="258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08.164" v="17"/>
          <ac:spMkLst>
            <pc:docMk/>
            <pc:sldMk cId="0" sldId="258"/>
            <ac:spMk id="8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08.164" v="18"/>
          <ac:spMkLst>
            <pc:docMk/>
            <pc:sldMk cId="0" sldId="258"/>
            <ac:spMk id="8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08.164" v="19"/>
          <ac:spMkLst>
            <pc:docMk/>
            <pc:sldMk cId="0" sldId="258"/>
            <ac:spMk id="8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08.164" v="20"/>
          <ac:spMkLst>
            <pc:docMk/>
            <pc:sldMk cId="0" sldId="258"/>
            <ac:spMk id="8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08.164" v="21"/>
          <ac:spMkLst>
            <pc:docMk/>
            <pc:sldMk cId="0" sldId="258"/>
            <ac:spMk id="8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08.164" v="22"/>
          <ac:spMkLst>
            <pc:docMk/>
            <pc:sldMk cId="0" sldId="258"/>
            <ac:spMk id="8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08.164" v="23"/>
          <ac:spMkLst>
            <pc:docMk/>
            <pc:sldMk cId="0" sldId="258"/>
            <ac:spMk id="8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08.164" v="24"/>
          <ac:spMkLst>
            <pc:docMk/>
            <pc:sldMk cId="0" sldId="258"/>
            <ac:spMk id="8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08.164" v="25"/>
          <ac:spMkLst>
            <pc:docMk/>
            <pc:sldMk cId="0" sldId="258"/>
            <ac:spMk id="8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08.164" v="26"/>
          <ac:spMkLst>
            <pc:docMk/>
            <pc:sldMk cId="0" sldId="258"/>
            <ac:spMk id="9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11:29.021" v="695" actId="14100"/>
          <ac:spMkLst>
            <pc:docMk/>
            <pc:sldMk cId="0" sldId="258"/>
            <ac:spMk id="9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08.289" v="28"/>
          <ac:spMkLst>
            <pc:docMk/>
            <pc:sldMk cId="0" sldId="258"/>
            <ac:spMk id="92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8:05:14.946" v="49"/>
        <pc:sldMkLst>
          <pc:docMk/>
          <pc:sldMk cId="0" sldId="259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14.633" v="29"/>
          <ac:spMkLst>
            <pc:docMk/>
            <pc:sldMk cId="0" sldId="259"/>
            <ac:spMk id="9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14.633" v="30"/>
          <ac:spMkLst>
            <pc:docMk/>
            <pc:sldMk cId="0" sldId="259"/>
            <ac:spMk id="9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14.633" v="31"/>
          <ac:spMkLst>
            <pc:docMk/>
            <pc:sldMk cId="0" sldId="259"/>
            <ac:spMk id="9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14.649" v="32"/>
          <ac:spMkLst>
            <pc:docMk/>
            <pc:sldMk cId="0" sldId="259"/>
            <ac:spMk id="9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14.649" v="33"/>
          <ac:spMkLst>
            <pc:docMk/>
            <pc:sldMk cId="0" sldId="259"/>
            <ac:spMk id="9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14.649" v="34"/>
          <ac:spMkLst>
            <pc:docMk/>
            <pc:sldMk cId="0" sldId="259"/>
            <ac:spMk id="9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14.649" v="35"/>
          <ac:spMkLst>
            <pc:docMk/>
            <pc:sldMk cId="0" sldId="259"/>
            <ac:spMk id="9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14.649" v="36"/>
          <ac:spMkLst>
            <pc:docMk/>
            <pc:sldMk cId="0" sldId="259"/>
            <ac:spMk id="10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14.649" v="37"/>
          <ac:spMkLst>
            <pc:docMk/>
            <pc:sldMk cId="0" sldId="259"/>
            <ac:spMk id="10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14.649" v="38"/>
          <ac:spMkLst>
            <pc:docMk/>
            <pc:sldMk cId="0" sldId="259"/>
            <ac:spMk id="10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14.649" v="39"/>
          <ac:spMkLst>
            <pc:docMk/>
            <pc:sldMk cId="0" sldId="259"/>
            <ac:spMk id="10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14.649" v="40"/>
          <ac:spMkLst>
            <pc:docMk/>
            <pc:sldMk cId="0" sldId="259"/>
            <ac:spMk id="10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14.649" v="41"/>
          <ac:spMkLst>
            <pc:docMk/>
            <pc:sldMk cId="0" sldId="259"/>
            <ac:spMk id="10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14.649" v="42"/>
          <ac:spMkLst>
            <pc:docMk/>
            <pc:sldMk cId="0" sldId="259"/>
            <ac:spMk id="10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14.665" v="43"/>
          <ac:spMkLst>
            <pc:docMk/>
            <pc:sldMk cId="0" sldId="259"/>
            <ac:spMk id="10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14.665" v="44"/>
          <ac:spMkLst>
            <pc:docMk/>
            <pc:sldMk cId="0" sldId="259"/>
            <ac:spMk id="10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14.665" v="45"/>
          <ac:spMkLst>
            <pc:docMk/>
            <pc:sldMk cId="0" sldId="259"/>
            <ac:spMk id="10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14.665" v="46"/>
          <ac:spMkLst>
            <pc:docMk/>
            <pc:sldMk cId="0" sldId="259"/>
            <ac:spMk id="11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14.665" v="47"/>
          <ac:spMkLst>
            <pc:docMk/>
            <pc:sldMk cId="0" sldId="259"/>
            <ac:spMk id="11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14.665" v="48"/>
          <ac:spMkLst>
            <pc:docMk/>
            <pc:sldMk cId="0" sldId="259"/>
            <ac:spMk id="11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14.946" v="49"/>
          <ac:spMkLst>
            <pc:docMk/>
            <pc:sldMk cId="0" sldId="259"/>
            <ac:spMk id="113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8:28:52.999" v="705" actId="1076"/>
        <pc:sldMkLst>
          <pc:docMk/>
          <pc:sldMk cId="0" sldId="260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20.555" v="50"/>
          <ac:spMkLst>
            <pc:docMk/>
            <pc:sldMk cId="0" sldId="260"/>
            <ac:spMk id="11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20.555" v="51"/>
          <ac:spMkLst>
            <pc:docMk/>
            <pc:sldMk cId="0" sldId="260"/>
            <ac:spMk id="11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20.555" v="52"/>
          <ac:spMkLst>
            <pc:docMk/>
            <pc:sldMk cId="0" sldId="260"/>
            <ac:spMk id="11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20.555" v="53"/>
          <ac:spMkLst>
            <pc:docMk/>
            <pc:sldMk cId="0" sldId="260"/>
            <ac:spMk id="11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20.571" v="54"/>
          <ac:spMkLst>
            <pc:docMk/>
            <pc:sldMk cId="0" sldId="260"/>
            <ac:spMk id="11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20.571" v="55"/>
          <ac:spMkLst>
            <pc:docMk/>
            <pc:sldMk cId="0" sldId="260"/>
            <ac:spMk id="11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20.571" v="56"/>
          <ac:spMkLst>
            <pc:docMk/>
            <pc:sldMk cId="0" sldId="260"/>
            <ac:spMk id="12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20.571" v="57"/>
          <ac:spMkLst>
            <pc:docMk/>
            <pc:sldMk cId="0" sldId="260"/>
            <ac:spMk id="12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20.571" v="58"/>
          <ac:spMkLst>
            <pc:docMk/>
            <pc:sldMk cId="0" sldId="260"/>
            <ac:spMk id="12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20.571" v="59"/>
          <ac:spMkLst>
            <pc:docMk/>
            <pc:sldMk cId="0" sldId="260"/>
            <ac:spMk id="12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28:09.354" v="697" actId="20577"/>
          <ac:spMkLst>
            <pc:docMk/>
            <pc:sldMk cId="0" sldId="260"/>
            <ac:spMk id="12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20.571" v="61"/>
          <ac:spMkLst>
            <pc:docMk/>
            <pc:sldMk cId="0" sldId="260"/>
            <ac:spMk id="12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20.571" v="62"/>
          <ac:spMkLst>
            <pc:docMk/>
            <pc:sldMk cId="0" sldId="260"/>
            <ac:spMk id="12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28:13.479" v="699" actId="20577"/>
          <ac:spMkLst>
            <pc:docMk/>
            <pc:sldMk cId="0" sldId="260"/>
            <ac:spMk id="12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28:46.670" v="703" actId="1076"/>
          <ac:spMkLst>
            <pc:docMk/>
            <pc:sldMk cId="0" sldId="260"/>
            <ac:spMk id="12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20.571" v="65"/>
          <ac:spMkLst>
            <pc:docMk/>
            <pc:sldMk cId="0" sldId="260"/>
            <ac:spMk id="12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28:49.358" v="704" actId="1076"/>
          <ac:spMkLst>
            <pc:docMk/>
            <pc:sldMk cId="0" sldId="260"/>
            <ac:spMk id="13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20.571" v="67"/>
          <ac:spMkLst>
            <pc:docMk/>
            <pc:sldMk cId="0" sldId="260"/>
            <ac:spMk id="13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20.571" v="68"/>
          <ac:spMkLst>
            <pc:docMk/>
            <pc:sldMk cId="0" sldId="260"/>
            <ac:spMk id="13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28:52.999" v="705" actId="1076"/>
          <ac:spMkLst>
            <pc:docMk/>
            <pc:sldMk cId="0" sldId="260"/>
            <ac:spMk id="133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8:30:03.393" v="730" actId="20577"/>
        <pc:sldMkLst>
          <pc:docMk/>
          <pc:sldMk cId="0" sldId="261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31.509" v="70"/>
          <ac:spMkLst>
            <pc:docMk/>
            <pc:sldMk cId="0" sldId="261"/>
            <ac:spMk id="13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31.509" v="71"/>
          <ac:spMkLst>
            <pc:docMk/>
            <pc:sldMk cId="0" sldId="261"/>
            <ac:spMk id="13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31.509" v="72"/>
          <ac:spMkLst>
            <pc:docMk/>
            <pc:sldMk cId="0" sldId="261"/>
            <ac:spMk id="13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31.509" v="73"/>
          <ac:spMkLst>
            <pc:docMk/>
            <pc:sldMk cId="0" sldId="261"/>
            <ac:spMk id="13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31.509" v="74"/>
          <ac:spMkLst>
            <pc:docMk/>
            <pc:sldMk cId="0" sldId="261"/>
            <ac:spMk id="13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31.509" v="75"/>
          <ac:spMkLst>
            <pc:docMk/>
            <pc:sldMk cId="0" sldId="261"/>
            <ac:spMk id="13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31.509" v="76"/>
          <ac:spMkLst>
            <pc:docMk/>
            <pc:sldMk cId="0" sldId="261"/>
            <ac:spMk id="14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29:08.360" v="707" actId="20577"/>
          <ac:spMkLst>
            <pc:docMk/>
            <pc:sldMk cId="0" sldId="261"/>
            <ac:spMk id="14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29:21.642" v="717" actId="20577"/>
          <ac:spMkLst>
            <pc:docMk/>
            <pc:sldMk cId="0" sldId="261"/>
            <ac:spMk id="14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29:47.674" v="726" actId="20577"/>
          <ac:spMkLst>
            <pc:docMk/>
            <pc:sldMk cId="0" sldId="261"/>
            <ac:spMk id="14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31.509" v="80"/>
          <ac:spMkLst>
            <pc:docMk/>
            <pc:sldMk cId="0" sldId="261"/>
            <ac:spMk id="14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30:03.393" v="730" actId="20577"/>
          <ac:spMkLst>
            <pc:docMk/>
            <pc:sldMk cId="0" sldId="261"/>
            <ac:spMk id="145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8:32:33.317" v="776" actId="1076"/>
        <pc:sldMkLst>
          <pc:docMk/>
          <pc:sldMk cId="0" sldId="262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32:20.848" v="772" actId="1076"/>
          <ac:spMkLst>
            <pc:docMk/>
            <pc:sldMk cId="0" sldId="262"/>
            <ac:spMk id="14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37.009" v="83"/>
          <ac:spMkLst>
            <pc:docMk/>
            <pc:sldMk cId="0" sldId="262"/>
            <ac:spMk id="14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37.009" v="84"/>
          <ac:spMkLst>
            <pc:docMk/>
            <pc:sldMk cId="0" sldId="262"/>
            <ac:spMk id="14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37.009" v="85"/>
          <ac:spMkLst>
            <pc:docMk/>
            <pc:sldMk cId="0" sldId="262"/>
            <ac:spMk id="14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37.025" v="86"/>
          <ac:spMkLst>
            <pc:docMk/>
            <pc:sldMk cId="0" sldId="262"/>
            <ac:spMk id="15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37.025" v="87"/>
          <ac:spMkLst>
            <pc:docMk/>
            <pc:sldMk cId="0" sldId="262"/>
            <ac:spMk id="15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37.025" v="88"/>
          <ac:spMkLst>
            <pc:docMk/>
            <pc:sldMk cId="0" sldId="262"/>
            <ac:spMk id="15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32:16.583" v="770" actId="1076"/>
          <ac:spMkLst>
            <pc:docMk/>
            <pc:sldMk cId="0" sldId="262"/>
            <ac:spMk id="15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37.025" v="90"/>
          <ac:spMkLst>
            <pc:docMk/>
            <pc:sldMk cId="0" sldId="262"/>
            <ac:spMk id="15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31:55.880" v="761" actId="14100"/>
          <ac:spMkLst>
            <pc:docMk/>
            <pc:sldMk cId="0" sldId="262"/>
            <ac:spMk id="15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32:12.989" v="769" actId="14100"/>
          <ac:spMkLst>
            <pc:docMk/>
            <pc:sldMk cId="0" sldId="262"/>
            <ac:spMk id="15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37.025" v="93"/>
          <ac:spMkLst>
            <pc:docMk/>
            <pc:sldMk cId="0" sldId="262"/>
            <ac:spMk id="15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30:48.316" v="742" actId="1076"/>
          <ac:spMkLst>
            <pc:docMk/>
            <pc:sldMk cId="0" sldId="262"/>
            <ac:spMk id="15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32:29.692" v="775" actId="1076"/>
          <ac:spMkLst>
            <pc:docMk/>
            <pc:sldMk cId="0" sldId="262"/>
            <ac:spMk id="15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37.025" v="96"/>
          <ac:spMkLst>
            <pc:docMk/>
            <pc:sldMk cId="0" sldId="262"/>
            <ac:spMk id="16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30:52.941" v="743" actId="1076"/>
          <ac:spMkLst>
            <pc:docMk/>
            <pc:sldMk cId="0" sldId="262"/>
            <ac:spMk id="16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32:33.317" v="776" actId="1076"/>
          <ac:spMkLst>
            <pc:docMk/>
            <pc:sldMk cId="0" sldId="262"/>
            <ac:spMk id="162" creationId="{00000000-0000-0000-0000-000000000000}"/>
          </ac:spMkLst>
        </pc:spChg>
      </pc:sldChg>
      <pc:sldChg chg="addSp delSp modSp">
        <pc:chgData name="Հովհաննիսյան Վարդան Դավիթի" userId="S::vardan.hovhannisyan@polytechnic.am::e50b2cf9-71a2-4ef9-993b-4e49a3fc4b8d" providerId="AD" clId="Web-{00000000-0000-0000-0000-000000000000}" dt="2026-08-29T18:35:09.142" v="782" actId="14100"/>
        <pc:sldMkLst>
          <pc:docMk/>
          <pc:sldMk cId="0" sldId="263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43.822" v="99"/>
          <ac:spMkLst>
            <pc:docMk/>
            <pc:sldMk cId="0" sldId="263"/>
            <ac:spMk id="16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43.822" v="100"/>
          <ac:spMkLst>
            <pc:docMk/>
            <pc:sldMk cId="0" sldId="263"/>
            <ac:spMk id="16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43.822" v="101"/>
          <ac:spMkLst>
            <pc:docMk/>
            <pc:sldMk cId="0" sldId="263"/>
            <ac:spMk id="16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43.822" v="102"/>
          <ac:spMkLst>
            <pc:docMk/>
            <pc:sldMk cId="0" sldId="263"/>
            <ac:spMk id="16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43.822" v="103"/>
          <ac:spMkLst>
            <pc:docMk/>
            <pc:sldMk cId="0" sldId="263"/>
            <ac:spMk id="16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43.822" v="105"/>
          <ac:spMkLst>
            <pc:docMk/>
            <pc:sldMk cId="0" sldId="263"/>
            <ac:spMk id="16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35:09.142" v="782" actId="14100"/>
          <ac:spMkLst>
            <pc:docMk/>
            <pc:sldMk cId="0" sldId="263"/>
            <ac:spMk id="170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8:51:57.267" v="847" actId="20577"/>
        <pc:sldMkLst>
          <pc:docMk/>
          <pc:sldMk cId="0" sldId="264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48.947" v="107"/>
          <ac:spMkLst>
            <pc:docMk/>
            <pc:sldMk cId="0" sldId="264"/>
            <ac:spMk id="17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48.947" v="108"/>
          <ac:spMkLst>
            <pc:docMk/>
            <pc:sldMk cId="0" sldId="264"/>
            <ac:spMk id="17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48.947" v="109"/>
          <ac:spMkLst>
            <pc:docMk/>
            <pc:sldMk cId="0" sldId="264"/>
            <ac:spMk id="17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35:24.048" v="790" actId="20577"/>
          <ac:spMkLst>
            <pc:docMk/>
            <pc:sldMk cId="0" sldId="264"/>
            <ac:spMk id="17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48.947" v="111"/>
          <ac:spMkLst>
            <pc:docMk/>
            <pc:sldMk cId="0" sldId="264"/>
            <ac:spMk id="17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35:38.329" v="794" actId="20577"/>
          <ac:spMkLst>
            <pc:docMk/>
            <pc:sldMk cId="0" sldId="264"/>
            <ac:spMk id="17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48.947" v="113"/>
          <ac:spMkLst>
            <pc:docMk/>
            <pc:sldMk cId="0" sldId="264"/>
            <ac:spMk id="17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48.963" v="114"/>
          <ac:spMkLst>
            <pc:docMk/>
            <pc:sldMk cId="0" sldId="264"/>
            <ac:spMk id="17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48.963" v="115"/>
          <ac:spMkLst>
            <pc:docMk/>
            <pc:sldMk cId="0" sldId="264"/>
            <ac:spMk id="17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48.963" v="116"/>
          <ac:spMkLst>
            <pc:docMk/>
            <pc:sldMk cId="0" sldId="264"/>
            <ac:spMk id="18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48.963" v="117"/>
          <ac:spMkLst>
            <pc:docMk/>
            <pc:sldMk cId="0" sldId="264"/>
            <ac:spMk id="18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48.963" v="118"/>
          <ac:spMkLst>
            <pc:docMk/>
            <pc:sldMk cId="0" sldId="264"/>
            <ac:spMk id="18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48.963" v="119"/>
          <ac:spMkLst>
            <pc:docMk/>
            <pc:sldMk cId="0" sldId="264"/>
            <ac:spMk id="18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36:54.722" v="797" actId="20577"/>
          <ac:spMkLst>
            <pc:docMk/>
            <pc:sldMk cId="0" sldId="264"/>
            <ac:spMk id="18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48.963" v="121"/>
          <ac:spMkLst>
            <pc:docMk/>
            <pc:sldMk cId="0" sldId="264"/>
            <ac:spMk id="18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40:22.696" v="801" actId="20577"/>
          <ac:spMkLst>
            <pc:docMk/>
            <pc:sldMk cId="0" sldId="264"/>
            <ac:spMk id="18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48.963" v="123"/>
          <ac:spMkLst>
            <pc:docMk/>
            <pc:sldMk cId="0" sldId="264"/>
            <ac:spMk id="18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48.963" v="124"/>
          <ac:spMkLst>
            <pc:docMk/>
            <pc:sldMk cId="0" sldId="264"/>
            <ac:spMk id="18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51:57.267" v="847" actId="20577"/>
          <ac:spMkLst>
            <pc:docMk/>
            <pc:sldMk cId="0" sldId="264"/>
            <ac:spMk id="189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9:00:43.873" v="862" actId="14100"/>
        <pc:sldMkLst>
          <pc:docMk/>
          <pc:sldMk cId="0" sldId="265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57.135" v="126"/>
          <ac:spMkLst>
            <pc:docMk/>
            <pc:sldMk cId="0" sldId="265"/>
            <ac:spMk id="19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57.135" v="127"/>
          <ac:spMkLst>
            <pc:docMk/>
            <pc:sldMk cId="0" sldId="265"/>
            <ac:spMk id="19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57.135" v="128"/>
          <ac:spMkLst>
            <pc:docMk/>
            <pc:sldMk cId="0" sldId="265"/>
            <ac:spMk id="19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57.135" v="129"/>
          <ac:spMkLst>
            <pc:docMk/>
            <pc:sldMk cId="0" sldId="265"/>
            <ac:spMk id="19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43:35.187" v="819" actId="1076"/>
          <ac:spMkLst>
            <pc:docMk/>
            <pc:sldMk cId="0" sldId="265"/>
            <ac:spMk id="19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57.135" v="131"/>
          <ac:spMkLst>
            <pc:docMk/>
            <pc:sldMk cId="0" sldId="265"/>
            <ac:spMk id="19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57.150" v="132"/>
          <ac:spMkLst>
            <pc:docMk/>
            <pc:sldMk cId="0" sldId="265"/>
            <ac:spMk id="19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57.150" v="133"/>
          <ac:spMkLst>
            <pc:docMk/>
            <pc:sldMk cId="0" sldId="265"/>
            <ac:spMk id="19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9:00:43.873" v="862" actId="14100"/>
          <ac:spMkLst>
            <pc:docMk/>
            <pc:sldMk cId="0" sldId="265"/>
            <ac:spMk id="19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57.150" v="135"/>
          <ac:spMkLst>
            <pc:docMk/>
            <pc:sldMk cId="0" sldId="265"/>
            <ac:spMk id="19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43:58.812" v="822" actId="20577"/>
          <ac:spMkLst>
            <pc:docMk/>
            <pc:sldMk cId="0" sldId="265"/>
            <ac:spMk id="20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57.150" v="137"/>
          <ac:spMkLst>
            <pc:docMk/>
            <pc:sldMk cId="0" sldId="265"/>
            <ac:spMk id="20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57.150" v="138"/>
          <ac:spMkLst>
            <pc:docMk/>
            <pc:sldMk cId="0" sldId="265"/>
            <ac:spMk id="20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5:57.150" v="139"/>
          <ac:spMkLst>
            <pc:docMk/>
            <pc:sldMk cId="0" sldId="265"/>
            <ac:spMk id="20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44:26.079" v="824" actId="20577"/>
          <ac:spMkLst>
            <pc:docMk/>
            <pc:sldMk cId="0" sldId="265"/>
            <ac:spMk id="204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8:06:03.213" v="153"/>
        <pc:sldMkLst>
          <pc:docMk/>
          <pc:sldMk cId="0" sldId="266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3.010" v="141"/>
          <ac:spMkLst>
            <pc:docMk/>
            <pc:sldMk cId="0" sldId="266"/>
            <ac:spMk id="20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3.010" v="142"/>
          <ac:spMkLst>
            <pc:docMk/>
            <pc:sldMk cId="0" sldId="266"/>
            <ac:spMk id="20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3.010" v="143"/>
          <ac:spMkLst>
            <pc:docMk/>
            <pc:sldMk cId="0" sldId="266"/>
            <ac:spMk id="20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3.010" v="144"/>
          <ac:spMkLst>
            <pc:docMk/>
            <pc:sldMk cId="0" sldId="266"/>
            <ac:spMk id="20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3.010" v="145"/>
          <ac:spMkLst>
            <pc:docMk/>
            <pc:sldMk cId="0" sldId="266"/>
            <ac:spMk id="20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3.010" v="146"/>
          <ac:spMkLst>
            <pc:docMk/>
            <pc:sldMk cId="0" sldId="266"/>
            <ac:spMk id="21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3.010" v="147"/>
          <ac:spMkLst>
            <pc:docMk/>
            <pc:sldMk cId="0" sldId="266"/>
            <ac:spMk id="21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3.010" v="148"/>
          <ac:spMkLst>
            <pc:docMk/>
            <pc:sldMk cId="0" sldId="266"/>
            <ac:spMk id="21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3.010" v="149"/>
          <ac:spMkLst>
            <pc:docMk/>
            <pc:sldMk cId="0" sldId="266"/>
            <ac:spMk id="21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3.010" v="150"/>
          <ac:spMkLst>
            <pc:docMk/>
            <pc:sldMk cId="0" sldId="266"/>
            <ac:spMk id="21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3.025" v="151"/>
          <ac:spMkLst>
            <pc:docMk/>
            <pc:sldMk cId="0" sldId="266"/>
            <ac:spMk id="21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3.025" v="152"/>
          <ac:spMkLst>
            <pc:docMk/>
            <pc:sldMk cId="0" sldId="266"/>
            <ac:spMk id="21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3.213" v="153"/>
          <ac:spMkLst>
            <pc:docMk/>
            <pc:sldMk cId="0" sldId="266"/>
            <ac:spMk id="217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8:06:09.979" v="171"/>
        <pc:sldMkLst>
          <pc:docMk/>
          <pc:sldMk cId="0" sldId="267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9.698" v="154"/>
          <ac:spMkLst>
            <pc:docMk/>
            <pc:sldMk cId="0" sldId="267"/>
            <ac:spMk id="21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9.698" v="155"/>
          <ac:spMkLst>
            <pc:docMk/>
            <pc:sldMk cId="0" sldId="267"/>
            <ac:spMk id="21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9.698" v="156"/>
          <ac:spMkLst>
            <pc:docMk/>
            <pc:sldMk cId="0" sldId="267"/>
            <ac:spMk id="22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9.698" v="157"/>
          <ac:spMkLst>
            <pc:docMk/>
            <pc:sldMk cId="0" sldId="267"/>
            <ac:spMk id="22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9.698" v="158"/>
          <ac:spMkLst>
            <pc:docMk/>
            <pc:sldMk cId="0" sldId="267"/>
            <ac:spMk id="22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9.698" v="159"/>
          <ac:spMkLst>
            <pc:docMk/>
            <pc:sldMk cId="0" sldId="267"/>
            <ac:spMk id="22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9.698" v="160"/>
          <ac:spMkLst>
            <pc:docMk/>
            <pc:sldMk cId="0" sldId="267"/>
            <ac:spMk id="22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9.698" v="161"/>
          <ac:spMkLst>
            <pc:docMk/>
            <pc:sldMk cId="0" sldId="267"/>
            <ac:spMk id="22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9.713" v="162"/>
          <ac:spMkLst>
            <pc:docMk/>
            <pc:sldMk cId="0" sldId="267"/>
            <ac:spMk id="22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9.713" v="163"/>
          <ac:spMkLst>
            <pc:docMk/>
            <pc:sldMk cId="0" sldId="267"/>
            <ac:spMk id="22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9.713" v="164"/>
          <ac:spMkLst>
            <pc:docMk/>
            <pc:sldMk cId="0" sldId="267"/>
            <ac:spMk id="22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9.713" v="165"/>
          <ac:spMkLst>
            <pc:docMk/>
            <pc:sldMk cId="0" sldId="267"/>
            <ac:spMk id="22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9.713" v="166"/>
          <ac:spMkLst>
            <pc:docMk/>
            <pc:sldMk cId="0" sldId="267"/>
            <ac:spMk id="23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9.713" v="167"/>
          <ac:spMkLst>
            <pc:docMk/>
            <pc:sldMk cId="0" sldId="267"/>
            <ac:spMk id="23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9.713" v="168"/>
          <ac:spMkLst>
            <pc:docMk/>
            <pc:sldMk cId="0" sldId="267"/>
            <ac:spMk id="23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9.713" v="169"/>
          <ac:spMkLst>
            <pc:docMk/>
            <pc:sldMk cId="0" sldId="267"/>
            <ac:spMk id="23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9.713" v="170"/>
          <ac:spMkLst>
            <pc:docMk/>
            <pc:sldMk cId="0" sldId="267"/>
            <ac:spMk id="23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09.979" v="171"/>
          <ac:spMkLst>
            <pc:docMk/>
            <pc:sldMk cId="0" sldId="267"/>
            <ac:spMk id="235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8:06:15.463" v="193"/>
        <pc:sldMkLst>
          <pc:docMk/>
          <pc:sldMk cId="0" sldId="268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15.135" v="172"/>
          <ac:spMkLst>
            <pc:docMk/>
            <pc:sldMk cId="0" sldId="268"/>
            <ac:spMk id="23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15.151" v="173"/>
          <ac:spMkLst>
            <pc:docMk/>
            <pc:sldMk cId="0" sldId="268"/>
            <ac:spMk id="23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15.151" v="174"/>
          <ac:spMkLst>
            <pc:docMk/>
            <pc:sldMk cId="0" sldId="268"/>
            <ac:spMk id="23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15.151" v="175"/>
          <ac:spMkLst>
            <pc:docMk/>
            <pc:sldMk cId="0" sldId="268"/>
            <ac:spMk id="23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15.151" v="176"/>
          <ac:spMkLst>
            <pc:docMk/>
            <pc:sldMk cId="0" sldId="268"/>
            <ac:spMk id="24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15.151" v="177"/>
          <ac:spMkLst>
            <pc:docMk/>
            <pc:sldMk cId="0" sldId="268"/>
            <ac:spMk id="24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15.151" v="178"/>
          <ac:spMkLst>
            <pc:docMk/>
            <pc:sldMk cId="0" sldId="268"/>
            <ac:spMk id="24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15.151" v="179"/>
          <ac:spMkLst>
            <pc:docMk/>
            <pc:sldMk cId="0" sldId="268"/>
            <ac:spMk id="24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15.151" v="180"/>
          <ac:spMkLst>
            <pc:docMk/>
            <pc:sldMk cId="0" sldId="268"/>
            <ac:spMk id="24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15.151" v="181"/>
          <ac:spMkLst>
            <pc:docMk/>
            <pc:sldMk cId="0" sldId="268"/>
            <ac:spMk id="24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15.151" v="182"/>
          <ac:spMkLst>
            <pc:docMk/>
            <pc:sldMk cId="0" sldId="268"/>
            <ac:spMk id="24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15.151" v="183"/>
          <ac:spMkLst>
            <pc:docMk/>
            <pc:sldMk cId="0" sldId="268"/>
            <ac:spMk id="24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15.151" v="184"/>
          <ac:spMkLst>
            <pc:docMk/>
            <pc:sldMk cId="0" sldId="268"/>
            <ac:spMk id="24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15.151" v="185"/>
          <ac:spMkLst>
            <pc:docMk/>
            <pc:sldMk cId="0" sldId="268"/>
            <ac:spMk id="24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15.151" v="186"/>
          <ac:spMkLst>
            <pc:docMk/>
            <pc:sldMk cId="0" sldId="268"/>
            <ac:spMk id="25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15.151" v="187"/>
          <ac:spMkLst>
            <pc:docMk/>
            <pc:sldMk cId="0" sldId="268"/>
            <ac:spMk id="25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15.151" v="188"/>
          <ac:spMkLst>
            <pc:docMk/>
            <pc:sldMk cId="0" sldId="268"/>
            <ac:spMk id="25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15.151" v="189"/>
          <ac:spMkLst>
            <pc:docMk/>
            <pc:sldMk cId="0" sldId="268"/>
            <ac:spMk id="25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15.151" v="190"/>
          <ac:spMkLst>
            <pc:docMk/>
            <pc:sldMk cId="0" sldId="268"/>
            <ac:spMk id="25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15.151" v="191"/>
          <ac:spMkLst>
            <pc:docMk/>
            <pc:sldMk cId="0" sldId="268"/>
            <ac:spMk id="25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15.151" v="192"/>
          <ac:spMkLst>
            <pc:docMk/>
            <pc:sldMk cId="0" sldId="268"/>
            <ac:spMk id="25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15.463" v="193"/>
          <ac:spMkLst>
            <pc:docMk/>
            <pc:sldMk cId="0" sldId="268"/>
            <ac:spMk id="257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8:06:20.792" v="219"/>
        <pc:sldMkLst>
          <pc:docMk/>
          <pc:sldMk cId="0" sldId="269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0.417" v="194"/>
          <ac:spMkLst>
            <pc:docMk/>
            <pc:sldMk cId="0" sldId="269"/>
            <ac:spMk id="25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0.417" v="195"/>
          <ac:spMkLst>
            <pc:docMk/>
            <pc:sldMk cId="0" sldId="269"/>
            <ac:spMk id="25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0.417" v="196"/>
          <ac:spMkLst>
            <pc:docMk/>
            <pc:sldMk cId="0" sldId="269"/>
            <ac:spMk id="26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0.417" v="197"/>
          <ac:spMkLst>
            <pc:docMk/>
            <pc:sldMk cId="0" sldId="269"/>
            <ac:spMk id="26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0.417" v="198"/>
          <ac:spMkLst>
            <pc:docMk/>
            <pc:sldMk cId="0" sldId="269"/>
            <ac:spMk id="26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0.417" v="199"/>
          <ac:spMkLst>
            <pc:docMk/>
            <pc:sldMk cId="0" sldId="269"/>
            <ac:spMk id="26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0.417" v="200"/>
          <ac:spMkLst>
            <pc:docMk/>
            <pc:sldMk cId="0" sldId="269"/>
            <ac:spMk id="26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0.417" v="201"/>
          <ac:spMkLst>
            <pc:docMk/>
            <pc:sldMk cId="0" sldId="269"/>
            <ac:spMk id="26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0.417" v="202"/>
          <ac:spMkLst>
            <pc:docMk/>
            <pc:sldMk cId="0" sldId="269"/>
            <ac:spMk id="26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0.417" v="203"/>
          <ac:spMkLst>
            <pc:docMk/>
            <pc:sldMk cId="0" sldId="269"/>
            <ac:spMk id="26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0.417" v="204"/>
          <ac:spMkLst>
            <pc:docMk/>
            <pc:sldMk cId="0" sldId="269"/>
            <ac:spMk id="26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0.417" v="205"/>
          <ac:spMkLst>
            <pc:docMk/>
            <pc:sldMk cId="0" sldId="269"/>
            <ac:spMk id="26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0.417" v="206"/>
          <ac:spMkLst>
            <pc:docMk/>
            <pc:sldMk cId="0" sldId="269"/>
            <ac:spMk id="27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0.417" v="207"/>
          <ac:spMkLst>
            <pc:docMk/>
            <pc:sldMk cId="0" sldId="269"/>
            <ac:spMk id="27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0.417" v="208"/>
          <ac:spMkLst>
            <pc:docMk/>
            <pc:sldMk cId="0" sldId="269"/>
            <ac:spMk id="27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0.432" v="209"/>
          <ac:spMkLst>
            <pc:docMk/>
            <pc:sldMk cId="0" sldId="269"/>
            <ac:spMk id="27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0.432" v="210"/>
          <ac:spMkLst>
            <pc:docMk/>
            <pc:sldMk cId="0" sldId="269"/>
            <ac:spMk id="27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0.432" v="211"/>
          <ac:spMkLst>
            <pc:docMk/>
            <pc:sldMk cId="0" sldId="269"/>
            <ac:spMk id="27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0.432" v="212"/>
          <ac:spMkLst>
            <pc:docMk/>
            <pc:sldMk cId="0" sldId="269"/>
            <ac:spMk id="27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0.432" v="213"/>
          <ac:spMkLst>
            <pc:docMk/>
            <pc:sldMk cId="0" sldId="269"/>
            <ac:spMk id="27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0.432" v="214"/>
          <ac:spMkLst>
            <pc:docMk/>
            <pc:sldMk cId="0" sldId="269"/>
            <ac:spMk id="27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0.432" v="215"/>
          <ac:spMkLst>
            <pc:docMk/>
            <pc:sldMk cId="0" sldId="269"/>
            <ac:spMk id="27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0.432" v="216"/>
          <ac:spMkLst>
            <pc:docMk/>
            <pc:sldMk cId="0" sldId="269"/>
            <ac:spMk id="28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0.432" v="217"/>
          <ac:spMkLst>
            <pc:docMk/>
            <pc:sldMk cId="0" sldId="269"/>
            <ac:spMk id="28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0.432" v="218"/>
          <ac:spMkLst>
            <pc:docMk/>
            <pc:sldMk cId="0" sldId="269"/>
            <ac:spMk id="28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0.792" v="219"/>
          <ac:spMkLst>
            <pc:docMk/>
            <pc:sldMk cId="0" sldId="269"/>
            <ac:spMk id="283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9:15:08.235" v="867" actId="20577"/>
        <pc:sldMkLst>
          <pc:docMk/>
          <pc:sldMk cId="0" sldId="270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7.432" v="220"/>
          <ac:spMkLst>
            <pc:docMk/>
            <pc:sldMk cId="0" sldId="270"/>
            <ac:spMk id="28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7.432" v="221"/>
          <ac:spMkLst>
            <pc:docMk/>
            <pc:sldMk cId="0" sldId="270"/>
            <ac:spMk id="28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7.432" v="222"/>
          <ac:spMkLst>
            <pc:docMk/>
            <pc:sldMk cId="0" sldId="270"/>
            <ac:spMk id="28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7.432" v="223"/>
          <ac:spMkLst>
            <pc:docMk/>
            <pc:sldMk cId="0" sldId="270"/>
            <ac:spMk id="28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7.432" v="224"/>
          <ac:spMkLst>
            <pc:docMk/>
            <pc:sldMk cId="0" sldId="270"/>
            <ac:spMk id="28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7.432" v="225"/>
          <ac:spMkLst>
            <pc:docMk/>
            <pc:sldMk cId="0" sldId="270"/>
            <ac:spMk id="28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7.432" v="226"/>
          <ac:spMkLst>
            <pc:docMk/>
            <pc:sldMk cId="0" sldId="270"/>
            <ac:spMk id="29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7.432" v="227"/>
          <ac:spMkLst>
            <pc:docMk/>
            <pc:sldMk cId="0" sldId="270"/>
            <ac:spMk id="29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7.448" v="228"/>
          <ac:spMkLst>
            <pc:docMk/>
            <pc:sldMk cId="0" sldId="270"/>
            <ac:spMk id="29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7.448" v="229"/>
          <ac:spMkLst>
            <pc:docMk/>
            <pc:sldMk cId="0" sldId="270"/>
            <ac:spMk id="29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7.448" v="230"/>
          <ac:spMkLst>
            <pc:docMk/>
            <pc:sldMk cId="0" sldId="270"/>
            <ac:spMk id="29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7.448" v="231"/>
          <ac:spMkLst>
            <pc:docMk/>
            <pc:sldMk cId="0" sldId="270"/>
            <ac:spMk id="29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9:14:13.530" v="864" actId="20577"/>
          <ac:spMkLst>
            <pc:docMk/>
            <pc:sldMk cId="0" sldId="270"/>
            <ac:spMk id="29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7.448" v="233"/>
          <ac:spMkLst>
            <pc:docMk/>
            <pc:sldMk cId="0" sldId="270"/>
            <ac:spMk id="29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9:14:54.094" v="865" actId="20577"/>
          <ac:spMkLst>
            <pc:docMk/>
            <pc:sldMk cId="0" sldId="270"/>
            <ac:spMk id="29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7.448" v="235"/>
          <ac:spMkLst>
            <pc:docMk/>
            <pc:sldMk cId="0" sldId="270"/>
            <ac:spMk id="29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9:15:00.438" v="866" actId="20577"/>
          <ac:spMkLst>
            <pc:docMk/>
            <pc:sldMk cId="0" sldId="270"/>
            <ac:spMk id="30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7.448" v="237"/>
          <ac:spMkLst>
            <pc:docMk/>
            <pc:sldMk cId="0" sldId="270"/>
            <ac:spMk id="30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9:15:08.235" v="867" actId="20577"/>
          <ac:spMkLst>
            <pc:docMk/>
            <pc:sldMk cId="0" sldId="270"/>
            <ac:spMk id="30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7.448" v="239"/>
          <ac:spMkLst>
            <pc:docMk/>
            <pc:sldMk cId="0" sldId="270"/>
            <ac:spMk id="30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7.448" v="240"/>
          <ac:spMkLst>
            <pc:docMk/>
            <pc:sldMk cId="0" sldId="270"/>
            <ac:spMk id="30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7.448" v="241"/>
          <ac:spMkLst>
            <pc:docMk/>
            <pc:sldMk cId="0" sldId="270"/>
            <ac:spMk id="30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7.448" v="242"/>
          <ac:spMkLst>
            <pc:docMk/>
            <pc:sldMk cId="0" sldId="270"/>
            <ac:spMk id="30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7.448" v="243"/>
          <ac:spMkLst>
            <pc:docMk/>
            <pc:sldMk cId="0" sldId="270"/>
            <ac:spMk id="30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7.448" v="244"/>
          <ac:spMkLst>
            <pc:docMk/>
            <pc:sldMk cId="0" sldId="270"/>
            <ac:spMk id="30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7.448" v="245"/>
          <ac:spMkLst>
            <pc:docMk/>
            <pc:sldMk cId="0" sldId="270"/>
            <ac:spMk id="30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7.448" v="246"/>
          <ac:spMkLst>
            <pc:docMk/>
            <pc:sldMk cId="0" sldId="270"/>
            <ac:spMk id="31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7.448" v="247"/>
          <ac:spMkLst>
            <pc:docMk/>
            <pc:sldMk cId="0" sldId="270"/>
            <ac:spMk id="31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7.464" v="248"/>
          <ac:spMkLst>
            <pc:docMk/>
            <pc:sldMk cId="0" sldId="270"/>
            <ac:spMk id="31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7.464" v="249"/>
          <ac:spMkLst>
            <pc:docMk/>
            <pc:sldMk cId="0" sldId="270"/>
            <ac:spMk id="31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7.464" v="250"/>
          <ac:spMkLst>
            <pc:docMk/>
            <pc:sldMk cId="0" sldId="270"/>
            <ac:spMk id="31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28.011" v="251"/>
          <ac:spMkLst>
            <pc:docMk/>
            <pc:sldMk cId="0" sldId="270"/>
            <ac:spMk id="315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9:15:49.876" v="909"/>
        <pc:sldMkLst>
          <pc:docMk/>
          <pc:sldMk cId="0" sldId="271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33.276" v="252"/>
          <ac:spMkLst>
            <pc:docMk/>
            <pc:sldMk cId="0" sldId="271"/>
            <ac:spMk id="31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33.276" v="253"/>
          <ac:spMkLst>
            <pc:docMk/>
            <pc:sldMk cId="0" sldId="271"/>
            <ac:spMk id="31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33.276" v="254"/>
          <ac:spMkLst>
            <pc:docMk/>
            <pc:sldMk cId="0" sldId="271"/>
            <ac:spMk id="31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33.276" v="255"/>
          <ac:spMkLst>
            <pc:docMk/>
            <pc:sldMk cId="0" sldId="271"/>
            <ac:spMk id="31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33.276" v="256"/>
          <ac:spMkLst>
            <pc:docMk/>
            <pc:sldMk cId="0" sldId="271"/>
            <ac:spMk id="32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33.292" v="257"/>
          <ac:spMkLst>
            <pc:docMk/>
            <pc:sldMk cId="0" sldId="271"/>
            <ac:spMk id="32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33.526" v="258"/>
          <ac:spMkLst>
            <pc:docMk/>
            <pc:sldMk cId="0" sldId="271"/>
            <ac:spMk id="323" creationId="{00000000-0000-0000-0000-000000000000}"/>
          </ac:spMkLst>
        </pc:spChg>
        <pc:graphicFrameChg chg="mod modGraphic">
          <ac:chgData name="Հովհաննիսյան Վարդան Դավիթի" userId="S::vardan.hovhannisyan@polytechnic.am::e50b2cf9-71a2-4ef9-993b-4e49a3fc4b8d" providerId="AD" clId="Web-{00000000-0000-0000-0000-000000000000}" dt="2026-08-29T19:15:49.876" v="909"/>
          <ac:graphicFrameMkLst>
            <pc:docMk/>
            <pc:sldMk cId="0" sldId="271"/>
            <ac:graphicFrameMk id="322" creationId="{00000000-0000-0000-0000-000000000000}"/>
          </ac:graphicFrameMkLst>
        </pc:graphicFrameChg>
      </pc:sldChg>
      <pc:sldChg chg="delSp modSp">
        <pc:chgData name="Հովհաննիսյան Վարդան Դավիթի" userId="S::vardan.hovhannisyan@polytechnic.am::e50b2cf9-71a2-4ef9-993b-4e49a3fc4b8d" providerId="AD" clId="Web-{00000000-0000-0000-0000-000000000000}" dt="2026-08-29T19:20:34.986" v="951" actId="14100"/>
        <pc:sldMkLst>
          <pc:docMk/>
          <pc:sldMk cId="0" sldId="272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47.950" v="259"/>
          <ac:spMkLst>
            <pc:docMk/>
            <pc:sldMk cId="0" sldId="272"/>
            <ac:spMk id="32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47.950" v="260"/>
          <ac:spMkLst>
            <pc:docMk/>
            <pc:sldMk cId="0" sldId="272"/>
            <ac:spMk id="32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47.950" v="261"/>
          <ac:spMkLst>
            <pc:docMk/>
            <pc:sldMk cId="0" sldId="272"/>
            <ac:spMk id="32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9:16:55.129" v="910" actId="20577"/>
          <ac:spMkLst>
            <pc:docMk/>
            <pc:sldMk cId="0" sldId="272"/>
            <ac:spMk id="32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9:19:02.776" v="942" actId="14100"/>
          <ac:spMkLst>
            <pc:docMk/>
            <pc:sldMk cId="0" sldId="272"/>
            <ac:spMk id="32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47.950" v="264"/>
          <ac:spMkLst>
            <pc:docMk/>
            <pc:sldMk cId="0" sldId="272"/>
            <ac:spMk id="32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47.966" v="265"/>
          <ac:spMkLst>
            <pc:docMk/>
            <pc:sldMk cId="0" sldId="272"/>
            <ac:spMk id="33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9:19:28.731" v="949" actId="20577"/>
          <ac:spMkLst>
            <pc:docMk/>
            <pc:sldMk cId="0" sldId="272"/>
            <ac:spMk id="33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47.966" v="267"/>
          <ac:spMkLst>
            <pc:docMk/>
            <pc:sldMk cId="0" sldId="272"/>
            <ac:spMk id="33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47.966" v="268"/>
          <ac:spMkLst>
            <pc:docMk/>
            <pc:sldMk cId="0" sldId="272"/>
            <ac:spMk id="33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9:19:25.590" v="947" actId="20577"/>
          <ac:spMkLst>
            <pc:docMk/>
            <pc:sldMk cId="0" sldId="272"/>
            <ac:spMk id="33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47.966" v="270"/>
          <ac:spMkLst>
            <pc:docMk/>
            <pc:sldMk cId="0" sldId="272"/>
            <ac:spMk id="33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47.966" v="271"/>
          <ac:spMkLst>
            <pc:docMk/>
            <pc:sldMk cId="0" sldId="272"/>
            <ac:spMk id="33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9:20:34.986" v="951" actId="14100"/>
          <ac:spMkLst>
            <pc:docMk/>
            <pc:sldMk cId="0" sldId="272"/>
            <ac:spMk id="33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47.966" v="273"/>
          <ac:spMkLst>
            <pc:docMk/>
            <pc:sldMk cId="0" sldId="272"/>
            <ac:spMk id="33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47.966" v="274"/>
          <ac:spMkLst>
            <pc:docMk/>
            <pc:sldMk cId="0" sldId="272"/>
            <ac:spMk id="33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47.966" v="275"/>
          <ac:spMkLst>
            <pc:docMk/>
            <pc:sldMk cId="0" sldId="272"/>
            <ac:spMk id="340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9:21:03.629" v="958" actId="20577"/>
        <pc:sldMkLst>
          <pc:docMk/>
          <pc:sldMk cId="0" sldId="273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55.357" v="277"/>
          <ac:spMkLst>
            <pc:docMk/>
            <pc:sldMk cId="0" sldId="273"/>
            <ac:spMk id="34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55.357" v="278"/>
          <ac:spMkLst>
            <pc:docMk/>
            <pc:sldMk cId="0" sldId="273"/>
            <ac:spMk id="34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55.357" v="279"/>
          <ac:spMkLst>
            <pc:docMk/>
            <pc:sldMk cId="0" sldId="273"/>
            <ac:spMk id="34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9:21:03.629" v="958" actId="20577"/>
          <ac:spMkLst>
            <pc:docMk/>
            <pc:sldMk cId="0" sldId="273"/>
            <ac:spMk id="34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55.357" v="281"/>
          <ac:spMkLst>
            <pc:docMk/>
            <pc:sldMk cId="0" sldId="273"/>
            <ac:spMk id="34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55.357" v="282"/>
          <ac:spMkLst>
            <pc:docMk/>
            <pc:sldMk cId="0" sldId="273"/>
            <ac:spMk id="34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55.373" v="283"/>
          <ac:spMkLst>
            <pc:docMk/>
            <pc:sldMk cId="0" sldId="273"/>
            <ac:spMk id="34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55.373" v="284"/>
          <ac:spMkLst>
            <pc:docMk/>
            <pc:sldMk cId="0" sldId="273"/>
            <ac:spMk id="34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55.373" v="285"/>
          <ac:spMkLst>
            <pc:docMk/>
            <pc:sldMk cId="0" sldId="273"/>
            <ac:spMk id="35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55.373" v="286"/>
          <ac:spMkLst>
            <pc:docMk/>
            <pc:sldMk cId="0" sldId="273"/>
            <ac:spMk id="35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55.373" v="287"/>
          <ac:spMkLst>
            <pc:docMk/>
            <pc:sldMk cId="0" sldId="273"/>
            <ac:spMk id="35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55.373" v="288"/>
          <ac:spMkLst>
            <pc:docMk/>
            <pc:sldMk cId="0" sldId="273"/>
            <ac:spMk id="35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55.373" v="289"/>
          <ac:spMkLst>
            <pc:docMk/>
            <pc:sldMk cId="0" sldId="273"/>
            <ac:spMk id="35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55.373" v="290"/>
          <ac:spMkLst>
            <pc:docMk/>
            <pc:sldMk cId="0" sldId="273"/>
            <ac:spMk id="35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55.373" v="291"/>
          <ac:spMkLst>
            <pc:docMk/>
            <pc:sldMk cId="0" sldId="273"/>
            <ac:spMk id="35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55.373" v="292"/>
          <ac:spMkLst>
            <pc:docMk/>
            <pc:sldMk cId="0" sldId="273"/>
            <ac:spMk id="35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55.373" v="293"/>
          <ac:spMkLst>
            <pc:docMk/>
            <pc:sldMk cId="0" sldId="273"/>
            <ac:spMk id="35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6:55.592" v="294"/>
          <ac:spMkLst>
            <pc:docMk/>
            <pc:sldMk cId="0" sldId="273"/>
            <ac:spMk id="359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9:21:43.865" v="969" actId="20577"/>
        <pc:sldMkLst>
          <pc:docMk/>
          <pc:sldMk cId="0" sldId="274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00.530" v="295"/>
          <ac:spMkLst>
            <pc:docMk/>
            <pc:sldMk cId="0" sldId="274"/>
            <ac:spMk id="36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00.530" v="296"/>
          <ac:spMkLst>
            <pc:docMk/>
            <pc:sldMk cId="0" sldId="274"/>
            <ac:spMk id="36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00.530" v="297"/>
          <ac:spMkLst>
            <pc:docMk/>
            <pc:sldMk cId="0" sldId="274"/>
            <ac:spMk id="36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9:21:43.865" v="969" actId="20577"/>
          <ac:spMkLst>
            <pc:docMk/>
            <pc:sldMk cId="0" sldId="274"/>
            <ac:spMk id="36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00.530" v="299"/>
          <ac:spMkLst>
            <pc:docMk/>
            <pc:sldMk cId="0" sldId="274"/>
            <ac:spMk id="36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00.530" v="300"/>
          <ac:spMkLst>
            <pc:docMk/>
            <pc:sldMk cId="0" sldId="274"/>
            <ac:spMk id="36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00.608" v="301"/>
          <ac:spMkLst>
            <pc:docMk/>
            <pc:sldMk cId="0" sldId="274"/>
            <ac:spMk id="366" creationId="{00000000-0000-0000-0000-000000000000}"/>
          </ac:spMkLst>
        </pc:spChg>
      </pc:sldChg>
      <pc:sldChg chg="delSp modSp">
        <pc:chgData name="Հովհաննիսյան Վարդան Դավիթի" userId="S::vardan.hovhannisyan@polytechnic.am::e50b2cf9-71a2-4ef9-993b-4e49a3fc4b8d" providerId="AD" clId="Web-{00000000-0000-0000-0000-000000000000}" dt="2026-08-29T19:24:43.358" v="980" actId="20577"/>
        <pc:sldMkLst>
          <pc:docMk/>
          <pc:sldMk cId="0" sldId="275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05.843" v="302"/>
          <ac:spMkLst>
            <pc:docMk/>
            <pc:sldMk cId="0" sldId="275"/>
            <ac:spMk id="36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05.843" v="303"/>
          <ac:spMkLst>
            <pc:docMk/>
            <pc:sldMk cId="0" sldId="275"/>
            <ac:spMk id="36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05.843" v="304"/>
          <ac:spMkLst>
            <pc:docMk/>
            <pc:sldMk cId="0" sldId="275"/>
            <ac:spMk id="36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9:22:58.088" v="970" actId="20577"/>
          <ac:spMkLst>
            <pc:docMk/>
            <pc:sldMk cId="0" sldId="275"/>
            <ac:spMk id="37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05.843" v="306"/>
          <ac:spMkLst>
            <pc:docMk/>
            <pc:sldMk cId="0" sldId="275"/>
            <ac:spMk id="37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05.843" v="308"/>
          <ac:spMkLst>
            <pc:docMk/>
            <pc:sldMk cId="0" sldId="275"/>
            <ac:spMk id="37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9:24:43.358" v="980" actId="20577"/>
          <ac:spMkLst>
            <pc:docMk/>
            <pc:sldMk cId="0" sldId="275"/>
            <ac:spMk id="374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9:27:52.131" v="982" actId="20577"/>
        <pc:sldMkLst>
          <pc:docMk/>
          <pc:sldMk cId="0" sldId="276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15.610" v="312"/>
          <ac:spMkLst>
            <pc:docMk/>
            <pc:sldMk cId="0" sldId="276"/>
            <ac:spMk id="37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15.610" v="313"/>
          <ac:spMkLst>
            <pc:docMk/>
            <pc:sldMk cId="0" sldId="276"/>
            <ac:spMk id="37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15.610" v="314"/>
          <ac:spMkLst>
            <pc:docMk/>
            <pc:sldMk cId="0" sldId="276"/>
            <ac:spMk id="37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15.610" v="315"/>
          <ac:spMkLst>
            <pc:docMk/>
            <pc:sldMk cId="0" sldId="276"/>
            <ac:spMk id="37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15.610" v="316"/>
          <ac:spMkLst>
            <pc:docMk/>
            <pc:sldMk cId="0" sldId="276"/>
            <ac:spMk id="37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15.610" v="317"/>
          <ac:spMkLst>
            <pc:docMk/>
            <pc:sldMk cId="0" sldId="276"/>
            <ac:spMk id="38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15.610" v="318"/>
          <ac:spMkLst>
            <pc:docMk/>
            <pc:sldMk cId="0" sldId="276"/>
            <ac:spMk id="38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15.610" v="319"/>
          <ac:spMkLst>
            <pc:docMk/>
            <pc:sldMk cId="0" sldId="276"/>
            <ac:spMk id="38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15.610" v="320"/>
          <ac:spMkLst>
            <pc:docMk/>
            <pc:sldMk cId="0" sldId="276"/>
            <ac:spMk id="38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15.610" v="321"/>
          <ac:spMkLst>
            <pc:docMk/>
            <pc:sldMk cId="0" sldId="276"/>
            <ac:spMk id="38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15.610" v="322"/>
          <ac:spMkLst>
            <pc:docMk/>
            <pc:sldMk cId="0" sldId="276"/>
            <ac:spMk id="38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15.610" v="323"/>
          <ac:spMkLst>
            <pc:docMk/>
            <pc:sldMk cId="0" sldId="276"/>
            <ac:spMk id="38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15.626" v="324"/>
          <ac:spMkLst>
            <pc:docMk/>
            <pc:sldMk cId="0" sldId="276"/>
            <ac:spMk id="38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15.626" v="325"/>
          <ac:spMkLst>
            <pc:docMk/>
            <pc:sldMk cId="0" sldId="276"/>
            <ac:spMk id="38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15.626" v="326"/>
          <ac:spMkLst>
            <pc:docMk/>
            <pc:sldMk cId="0" sldId="276"/>
            <ac:spMk id="38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15.626" v="327"/>
          <ac:spMkLst>
            <pc:docMk/>
            <pc:sldMk cId="0" sldId="276"/>
            <ac:spMk id="39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15.626" v="328"/>
          <ac:spMkLst>
            <pc:docMk/>
            <pc:sldMk cId="0" sldId="276"/>
            <ac:spMk id="39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9:27:52.131" v="982" actId="20577"/>
          <ac:spMkLst>
            <pc:docMk/>
            <pc:sldMk cId="0" sldId="276"/>
            <ac:spMk id="392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8:07:20.564" v="341"/>
        <pc:sldMkLst>
          <pc:docMk/>
          <pc:sldMk cId="0" sldId="277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20.392" v="330"/>
          <ac:spMkLst>
            <pc:docMk/>
            <pc:sldMk cId="0" sldId="277"/>
            <ac:spMk id="39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20.392" v="331"/>
          <ac:spMkLst>
            <pc:docMk/>
            <pc:sldMk cId="0" sldId="277"/>
            <ac:spMk id="39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20.392" v="332"/>
          <ac:spMkLst>
            <pc:docMk/>
            <pc:sldMk cId="0" sldId="277"/>
            <ac:spMk id="39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20.392" v="333"/>
          <ac:spMkLst>
            <pc:docMk/>
            <pc:sldMk cId="0" sldId="277"/>
            <ac:spMk id="39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20.392" v="334"/>
          <ac:spMkLst>
            <pc:docMk/>
            <pc:sldMk cId="0" sldId="277"/>
            <ac:spMk id="39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20.392" v="335"/>
          <ac:spMkLst>
            <pc:docMk/>
            <pc:sldMk cId="0" sldId="277"/>
            <ac:spMk id="39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20.392" v="336"/>
          <ac:spMkLst>
            <pc:docMk/>
            <pc:sldMk cId="0" sldId="277"/>
            <ac:spMk id="39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20.408" v="337"/>
          <ac:spMkLst>
            <pc:docMk/>
            <pc:sldMk cId="0" sldId="277"/>
            <ac:spMk id="40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20.408" v="338"/>
          <ac:spMkLst>
            <pc:docMk/>
            <pc:sldMk cId="0" sldId="277"/>
            <ac:spMk id="40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20.408" v="339"/>
          <ac:spMkLst>
            <pc:docMk/>
            <pc:sldMk cId="0" sldId="277"/>
            <ac:spMk id="40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20.408" v="340"/>
          <ac:spMkLst>
            <pc:docMk/>
            <pc:sldMk cId="0" sldId="277"/>
            <ac:spMk id="40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20.564" v="341"/>
          <ac:spMkLst>
            <pc:docMk/>
            <pc:sldMk cId="0" sldId="277"/>
            <ac:spMk id="404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9:33:14.579" v="1021" actId="20577"/>
        <pc:sldMkLst>
          <pc:docMk/>
          <pc:sldMk cId="0" sldId="278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25.299" v="342"/>
          <ac:spMkLst>
            <pc:docMk/>
            <pc:sldMk cId="0" sldId="278"/>
            <ac:spMk id="40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25.314" v="343"/>
          <ac:spMkLst>
            <pc:docMk/>
            <pc:sldMk cId="0" sldId="278"/>
            <ac:spMk id="40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25.314" v="344"/>
          <ac:spMkLst>
            <pc:docMk/>
            <pc:sldMk cId="0" sldId="278"/>
            <ac:spMk id="40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25.314" v="345"/>
          <ac:spMkLst>
            <pc:docMk/>
            <pc:sldMk cId="0" sldId="278"/>
            <ac:spMk id="40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25.314" v="346"/>
          <ac:spMkLst>
            <pc:docMk/>
            <pc:sldMk cId="0" sldId="278"/>
            <ac:spMk id="40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25.314" v="347"/>
          <ac:spMkLst>
            <pc:docMk/>
            <pc:sldMk cId="0" sldId="278"/>
            <ac:spMk id="41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25.314" v="348"/>
          <ac:spMkLst>
            <pc:docMk/>
            <pc:sldMk cId="0" sldId="278"/>
            <ac:spMk id="41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9:33:14.579" v="1021" actId="20577"/>
          <ac:spMkLst>
            <pc:docMk/>
            <pc:sldMk cId="0" sldId="278"/>
            <ac:spMk id="413" creationId="{00000000-0000-0000-0000-000000000000}"/>
          </ac:spMkLst>
        </pc:spChg>
        <pc:graphicFrameChg chg="mod modGraphic">
          <ac:chgData name="Հովհաննիսյան Վարդան Դավիթի" userId="S::vardan.hovhannisyan@polytechnic.am::e50b2cf9-71a2-4ef9-993b-4e49a3fc4b8d" providerId="AD" clId="Web-{00000000-0000-0000-0000-000000000000}" dt="2026-08-29T19:33:07.704" v="1020"/>
          <ac:graphicFrameMkLst>
            <pc:docMk/>
            <pc:sldMk cId="0" sldId="278"/>
            <ac:graphicFrameMk id="412" creationId="{00000000-0000-0000-0000-000000000000}"/>
          </ac:graphicFrameMkLst>
        </pc:graphicFrame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9:35:16.346" v="1024" actId="20577"/>
        <pc:sldMkLst>
          <pc:docMk/>
          <pc:sldMk cId="0" sldId="279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0.471" v="350"/>
          <ac:spMkLst>
            <pc:docMk/>
            <pc:sldMk cId="0" sldId="279"/>
            <ac:spMk id="41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0.471" v="351"/>
          <ac:spMkLst>
            <pc:docMk/>
            <pc:sldMk cId="0" sldId="279"/>
            <ac:spMk id="41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0.471" v="352"/>
          <ac:spMkLst>
            <pc:docMk/>
            <pc:sldMk cId="0" sldId="279"/>
            <ac:spMk id="41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9:35:16.346" v="1024" actId="20577"/>
          <ac:spMkLst>
            <pc:docMk/>
            <pc:sldMk cId="0" sldId="279"/>
            <ac:spMk id="41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0.486" v="354"/>
          <ac:spMkLst>
            <pc:docMk/>
            <pc:sldMk cId="0" sldId="279"/>
            <ac:spMk id="41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0.486" v="355"/>
          <ac:spMkLst>
            <pc:docMk/>
            <pc:sldMk cId="0" sldId="279"/>
            <ac:spMk id="41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0.486" v="356"/>
          <ac:spMkLst>
            <pc:docMk/>
            <pc:sldMk cId="0" sldId="279"/>
            <ac:spMk id="42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0.486" v="357"/>
          <ac:spMkLst>
            <pc:docMk/>
            <pc:sldMk cId="0" sldId="279"/>
            <ac:spMk id="42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0.486" v="358"/>
          <ac:spMkLst>
            <pc:docMk/>
            <pc:sldMk cId="0" sldId="279"/>
            <ac:spMk id="42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0.486" v="359"/>
          <ac:spMkLst>
            <pc:docMk/>
            <pc:sldMk cId="0" sldId="279"/>
            <ac:spMk id="42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0.486" v="360"/>
          <ac:spMkLst>
            <pc:docMk/>
            <pc:sldMk cId="0" sldId="279"/>
            <ac:spMk id="42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0.486" v="361"/>
          <ac:spMkLst>
            <pc:docMk/>
            <pc:sldMk cId="0" sldId="279"/>
            <ac:spMk id="42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0.486" v="362"/>
          <ac:spMkLst>
            <pc:docMk/>
            <pc:sldMk cId="0" sldId="279"/>
            <ac:spMk id="42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0.486" v="363"/>
          <ac:spMkLst>
            <pc:docMk/>
            <pc:sldMk cId="0" sldId="279"/>
            <ac:spMk id="42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0.486" v="364"/>
          <ac:spMkLst>
            <pc:docMk/>
            <pc:sldMk cId="0" sldId="279"/>
            <ac:spMk id="42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0.486" v="365"/>
          <ac:spMkLst>
            <pc:docMk/>
            <pc:sldMk cId="0" sldId="279"/>
            <ac:spMk id="42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9:34:37.908" v="1023" actId="20577"/>
          <ac:spMkLst>
            <pc:docMk/>
            <pc:sldMk cId="0" sldId="279"/>
            <ac:spMk id="43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0.705" v="367"/>
          <ac:spMkLst>
            <pc:docMk/>
            <pc:sldMk cId="0" sldId="279"/>
            <ac:spMk id="431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8:07:36.987" v="385"/>
        <pc:sldMkLst>
          <pc:docMk/>
          <pc:sldMk cId="0" sldId="280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6.737" v="368"/>
          <ac:spMkLst>
            <pc:docMk/>
            <pc:sldMk cId="0" sldId="280"/>
            <ac:spMk id="43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6.737" v="369"/>
          <ac:spMkLst>
            <pc:docMk/>
            <pc:sldMk cId="0" sldId="280"/>
            <ac:spMk id="43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6.737" v="370"/>
          <ac:spMkLst>
            <pc:docMk/>
            <pc:sldMk cId="0" sldId="280"/>
            <ac:spMk id="43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6.737" v="371"/>
          <ac:spMkLst>
            <pc:docMk/>
            <pc:sldMk cId="0" sldId="280"/>
            <ac:spMk id="43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6.737" v="372"/>
          <ac:spMkLst>
            <pc:docMk/>
            <pc:sldMk cId="0" sldId="280"/>
            <ac:spMk id="43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6.737" v="373"/>
          <ac:spMkLst>
            <pc:docMk/>
            <pc:sldMk cId="0" sldId="280"/>
            <ac:spMk id="43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6.737" v="374"/>
          <ac:spMkLst>
            <pc:docMk/>
            <pc:sldMk cId="0" sldId="280"/>
            <ac:spMk id="43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6.737" v="375"/>
          <ac:spMkLst>
            <pc:docMk/>
            <pc:sldMk cId="0" sldId="280"/>
            <ac:spMk id="43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6.737" v="376"/>
          <ac:spMkLst>
            <pc:docMk/>
            <pc:sldMk cId="0" sldId="280"/>
            <ac:spMk id="44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6.737" v="377"/>
          <ac:spMkLst>
            <pc:docMk/>
            <pc:sldMk cId="0" sldId="280"/>
            <ac:spMk id="44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6.737" v="378"/>
          <ac:spMkLst>
            <pc:docMk/>
            <pc:sldMk cId="0" sldId="280"/>
            <ac:spMk id="44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6.737" v="379"/>
          <ac:spMkLst>
            <pc:docMk/>
            <pc:sldMk cId="0" sldId="280"/>
            <ac:spMk id="44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6.737" v="380"/>
          <ac:spMkLst>
            <pc:docMk/>
            <pc:sldMk cId="0" sldId="280"/>
            <ac:spMk id="44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6.737" v="381"/>
          <ac:spMkLst>
            <pc:docMk/>
            <pc:sldMk cId="0" sldId="280"/>
            <ac:spMk id="44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6.737" v="382"/>
          <ac:spMkLst>
            <pc:docMk/>
            <pc:sldMk cId="0" sldId="280"/>
            <ac:spMk id="44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6.737" v="383"/>
          <ac:spMkLst>
            <pc:docMk/>
            <pc:sldMk cId="0" sldId="280"/>
            <ac:spMk id="44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6.752" v="384"/>
          <ac:spMkLst>
            <pc:docMk/>
            <pc:sldMk cId="0" sldId="280"/>
            <ac:spMk id="44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36.987" v="385"/>
          <ac:spMkLst>
            <pc:docMk/>
            <pc:sldMk cId="0" sldId="280"/>
            <ac:spMk id="449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8:07:42.987" v="404"/>
        <pc:sldMkLst>
          <pc:docMk/>
          <pc:sldMk cId="0" sldId="281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42.690" v="386"/>
          <ac:spMkLst>
            <pc:docMk/>
            <pc:sldMk cId="0" sldId="281"/>
            <ac:spMk id="45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42.690" v="387"/>
          <ac:spMkLst>
            <pc:docMk/>
            <pc:sldMk cId="0" sldId="281"/>
            <ac:spMk id="45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42.690" v="388"/>
          <ac:spMkLst>
            <pc:docMk/>
            <pc:sldMk cId="0" sldId="281"/>
            <ac:spMk id="45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42.690" v="389"/>
          <ac:spMkLst>
            <pc:docMk/>
            <pc:sldMk cId="0" sldId="281"/>
            <ac:spMk id="45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42.690" v="390"/>
          <ac:spMkLst>
            <pc:docMk/>
            <pc:sldMk cId="0" sldId="281"/>
            <ac:spMk id="45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42.690" v="392"/>
          <ac:spMkLst>
            <pc:docMk/>
            <pc:sldMk cId="0" sldId="281"/>
            <ac:spMk id="45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42.690" v="393"/>
          <ac:spMkLst>
            <pc:docMk/>
            <pc:sldMk cId="0" sldId="281"/>
            <ac:spMk id="45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42.690" v="394"/>
          <ac:spMkLst>
            <pc:docMk/>
            <pc:sldMk cId="0" sldId="281"/>
            <ac:spMk id="45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7:42.690" v="395"/>
          <ac:spMkLst>
            <pc:docMk/>
            <pc:sldMk cId="0" sldId="281"/>
            <ac:spMk id="459" creationId="{00000000-0000-0000-0000-000000000000}"/>
          </ac:spMkLst>
        </pc:spChg>
      </pc:sldChg>
      <pc:sldChg chg="delSp modSp">
        <pc:chgData name="Հովհաննիսյան Վարդան Դավիթի" userId="S::vardan.hovhannisyan@polytechnic.am::e50b2cf9-71a2-4ef9-993b-4e49a3fc4b8d" providerId="AD" clId="Web-{00000000-0000-0000-0000-000000000000}" dt="2026-08-29T19:42:39.018" v="1031"/>
        <pc:sldMkLst>
          <pc:docMk/>
          <pc:sldMk cId="0" sldId="284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00.300" v="444"/>
          <ac:spMkLst>
            <pc:docMk/>
            <pc:sldMk cId="0" sldId="284"/>
            <ac:spMk id="50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00.300" v="445"/>
          <ac:spMkLst>
            <pc:docMk/>
            <pc:sldMk cId="0" sldId="284"/>
            <ac:spMk id="50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00.300" v="446"/>
          <ac:spMkLst>
            <pc:docMk/>
            <pc:sldMk cId="0" sldId="284"/>
            <ac:spMk id="51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9:42:29.752" v="1030" actId="20577"/>
          <ac:spMkLst>
            <pc:docMk/>
            <pc:sldMk cId="0" sldId="284"/>
            <ac:spMk id="51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00.300" v="448"/>
          <ac:spMkLst>
            <pc:docMk/>
            <pc:sldMk cId="0" sldId="284"/>
            <ac:spMk id="51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00.300" v="450"/>
          <ac:spMkLst>
            <pc:docMk/>
            <pc:sldMk cId="0" sldId="284"/>
            <ac:spMk id="51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00.378" v="451"/>
          <ac:spMkLst>
            <pc:docMk/>
            <pc:sldMk cId="0" sldId="284"/>
            <ac:spMk id="515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8:08:05.550" v="458"/>
        <pc:sldMkLst>
          <pc:docMk/>
          <pc:sldMk cId="0" sldId="285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05.488" v="452"/>
          <ac:spMkLst>
            <pc:docMk/>
            <pc:sldMk cId="0" sldId="285"/>
            <ac:spMk id="51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05.488" v="453"/>
          <ac:spMkLst>
            <pc:docMk/>
            <pc:sldMk cId="0" sldId="285"/>
            <ac:spMk id="51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05.488" v="454"/>
          <ac:spMkLst>
            <pc:docMk/>
            <pc:sldMk cId="0" sldId="285"/>
            <ac:spMk id="51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05.488" v="455"/>
          <ac:spMkLst>
            <pc:docMk/>
            <pc:sldMk cId="0" sldId="285"/>
            <ac:spMk id="51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05.488" v="456"/>
          <ac:spMkLst>
            <pc:docMk/>
            <pc:sldMk cId="0" sldId="285"/>
            <ac:spMk id="52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05.488" v="457"/>
          <ac:spMkLst>
            <pc:docMk/>
            <pc:sldMk cId="0" sldId="285"/>
            <ac:spMk id="52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05.550" v="458"/>
          <ac:spMkLst>
            <pc:docMk/>
            <pc:sldMk cId="0" sldId="285"/>
            <ac:spMk id="522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8:08:11.004" v="478"/>
        <pc:sldMkLst>
          <pc:docMk/>
          <pc:sldMk cId="0" sldId="286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10.722" v="459"/>
          <ac:spMkLst>
            <pc:docMk/>
            <pc:sldMk cId="0" sldId="286"/>
            <ac:spMk id="52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10.722" v="460"/>
          <ac:spMkLst>
            <pc:docMk/>
            <pc:sldMk cId="0" sldId="286"/>
            <ac:spMk id="52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10.722" v="461"/>
          <ac:spMkLst>
            <pc:docMk/>
            <pc:sldMk cId="0" sldId="286"/>
            <ac:spMk id="52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10.722" v="462"/>
          <ac:spMkLst>
            <pc:docMk/>
            <pc:sldMk cId="0" sldId="286"/>
            <ac:spMk id="52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10.722" v="463"/>
          <ac:spMkLst>
            <pc:docMk/>
            <pc:sldMk cId="0" sldId="286"/>
            <ac:spMk id="52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10.722" v="464"/>
          <ac:spMkLst>
            <pc:docMk/>
            <pc:sldMk cId="0" sldId="286"/>
            <ac:spMk id="52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10.722" v="465"/>
          <ac:spMkLst>
            <pc:docMk/>
            <pc:sldMk cId="0" sldId="286"/>
            <ac:spMk id="52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10.722" v="466"/>
          <ac:spMkLst>
            <pc:docMk/>
            <pc:sldMk cId="0" sldId="286"/>
            <ac:spMk id="53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10.722" v="467"/>
          <ac:spMkLst>
            <pc:docMk/>
            <pc:sldMk cId="0" sldId="286"/>
            <ac:spMk id="53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10.722" v="468"/>
          <ac:spMkLst>
            <pc:docMk/>
            <pc:sldMk cId="0" sldId="286"/>
            <ac:spMk id="53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10.722" v="469"/>
          <ac:spMkLst>
            <pc:docMk/>
            <pc:sldMk cId="0" sldId="286"/>
            <ac:spMk id="53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10.722" v="470"/>
          <ac:spMkLst>
            <pc:docMk/>
            <pc:sldMk cId="0" sldId="286"/>
            <ac:spMk id="53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10.722" v="471"/>
          <ac:spMkLst>
            <pc:docMk/>
            <pc:sldMk cId="0" sldId="286"/>
            <ac:spMk id="53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10.722" v="472"/>
          <ac:spMkLst>
            <pc:docMk/>
            <pc:sldMk cId="0" sldId="286"/>
            <ac:spMk id="53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10.722" v="473"/>
          <ac:spMkLst>
            <pc:docMk/>
            <pc:sldMk cId="0" sldId="286"/>
            <ac:spMk id="53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10.722" v="474"/>
          <ac:spMkLst>
            <pc:docMk/>
            <pc:sldMk cId="0" sldId="286"/>
            <ac:spMk id="53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10.722" v="475"/>
          <ac:spMkLst>
            <pc:docMk/>
            <pc:sldMk cId="0" sldId="286"/>
            <ac:spMk id="53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10.738" v="476"/>
          <ac:spMkLst>
            <pc:docMk/>
            <pc:sldMk cId="0" sldId="286"/>
            <ac:spMk id="54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10.738" v="477"/>
          <ac:spMkLst>
            <pc:docMk/>
            <pc:sldMk cId="0" sldId="286"/>
            <ac:spMk id="54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11.004" v="478"/>
          <ac:spMkLst>
            <pc:docMk/>
            <pc:sldMk cId="0" sldId="286"/>
            <ac:spMk id="542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8:08:17.504" v="485"/>
        <pc:sldMkLst>
          <pc:docMk/>
          <pc:sldMk cId="0" sldId="287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17.222" v="479"/>
          <ac:spMkLst>
            <pc:docMk/>
            <pc:sldMk cId="0" sldId="287"/>
            <ac:spMk id="54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17.222" v="480"/>
          <ac:spMkLst>
            <pc:docMk/>
            <pc:sldMk cId="0" sldId="287"/>
            <ac:spMk id="54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17.222" v="481"/>
          <ac:spMkLst>
            <pc:docMk/>
            <pc:sldMk cId="0" sldId="287"/>
            <ac:spMk id="54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17.222" v="482"/>
          <ac:spMkLst>
            <pc:docMk/>
            <pc:sldMk cId="0" sldId="287"/>
            <ac:spMk id="54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17.222" v="483"/>
          <ac:spMkLst>
            <pc:docMk/>
            <pc:sldMk cId="0" sldId="287"/>
            <ac:spMk id="54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17.222" v="484"/>
          <ac:spMkLst>
            <pc:docMk/>
            <pc:sldMk cId="0" sldId="287"/>
            <ac:spMk id="548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8:08:21.863" v="499"/>
        <pc:sldMkLst>
          <pc:docMk/>
          <pc:sldMk cId="0" sldId="288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21.644" v="486"/>
          <ac:spMkLst>
            <pc:docMk/>
            <pc:sldMk cId="0" sldId="288"/>
            <ac:spMk id="55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21.644" v="487"/>
          <ac:spMkLst>
            <pc:docMk/>
            <pc:sldMk cId="0" sldId="288"/>
            <ac:spMk id="55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21.644" v="488"/>
          <ac:spMkLst>
            <pc:docMk/>
            <pc:sldMk cId="0" sldId="288"/>
            <ac:spMk id="55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21.644" v="489"/>
          <ac:spMkLst>
            <pc:docMk/>
            <pc:sldMk cId="0" sldId="288"/>
            <ac:spMk id="55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21.644" v="490"/>
          <ac:spMkLst>
            <pc:docMk/>
            <pc:sldMk cId="0" sldId="288"/>
            <ac:spMk id="55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21.660" v="492"/>
          <ac:spMkLst>
            <pc:docMk/>
            <pc:sldMk cId="0" sldId="288"/>
            <ac:spMk id="55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21.660" v="493"/>
          <ac:spMkLst>
            <pc:docMk/>
            <pc:sldMk cId="0" sldId="288"/>
            <ac:spMk id="55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21.660" v="494"/>
          <ac:spMkLst>
            <pc:docMk/>
            <pc:sldMk cId="0" sldId="288"/>
            <ac:spMk id="55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21.660" v="495"/>
          <ac:spMkLst>
            <pc:docMk/>
            <pc:sldMk cId="0" sldId="288"/>
            <ac:spMk id="56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21.660" v="496"/>
          <ac:spMkLst>
            <pc:docMk/>
            <pc:sldMk cId="0" sldId="288"/>
            <ac:spMk id="56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21.660" v="497"/>
          <ac:spMkLst>
            <pc:docMk/>
            <pc:sldMk cId="0" sldId="288"/>
            <ac:spMk id="56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21.660" v="498"/>
          <ac:spMkLst>
            <pc:docMk/>
            <pc:sldMk cId="0" sldId="288"/>
            <ac:spMk id="563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8:08:26.770" v="517"/>
        <pc:sldMkLst>
          <pc:docMk/>
          <pc:sldMk cId="0" sldId="289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26.535" v="500"/>
          <ac:spMkLst>
            <pc:docMk/>
            <pc:sldMk cId="0" sldId="289"/>
            <ac:spMk id="56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26.551" v="501"/>
          <ac:spMkLst>
            <pc:docMk/>
            <pc:sldMk cId="0" sldId="289"/>
            <ac:spMk id="56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26.551" v="502"/>
          <ac:spMkLst>
            <pc:docMk/>
            <pc:sldMk cId="0" sldId="289"/>
            <ac:spMk id="56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26.551" v="503"/>
          <ac:spMkLst>
            <pc:docMk/>
            <pc:sldMk cId="0" sldId="289"/>
            <ac:spMk id="56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26.551" v="504"/>
          <ac:spMkLst>
            <pc:docMk/>
            <pc:sldMk cId="0" sldId="289"/>
            <ac:spMk id="56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26.551" v="505"/>
          <ac:spMkLst>
            <pc:docMk/>
            <pc:sldMk cId="0" sldId="289"/>
            <ac:spMk id="57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26.551" v="506"/>
          <ac:spMkLst>
            <pc:docMk/>
            <pc:sldMk cId="0" sldId="289"/>
            <ac:spMk id="57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26.551" v="507"/>
          <ac:spMkLst>
            <pc:docMk/>
            <pc:sldMk cId="0" sldId="289"/>
            <ac:spMk id="57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26.551" v="508"/>
          <ac:spMkLst>
            <pc:docMk/>
            <pc:sldMk cId="0" sldId="289"/>
            <ac:spMk id="57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26.551" v="509"/>
          <ac:spMkLst>
            <pc:docMk/>
            <pc:sldMk cId="0" sldId="289"/>
            <ac:spMk id="57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26.551" v="510"/>
          <ac:spMkLst>
            <pc:docMk/>
            <pc:sldMk cId="0" sldId="289"/>
            <ac:spMk id="57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26.551" v="511"/>
          <ac:spMkLst>
            <pc:docMk/>
            <pc:sldMk cId="0" sldId="289"/>
            <ac:spMk id="57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26.551" v="512"/>
          <ac:spMkLst>
            <pc:docMk/>
            <pc:sldMk cId="0" sldId="289"/>
            <ac:spMk id="57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26.551" v="513"/>
          <ac:spMkLst>
            <pc:docMk/>
            <pc:sldMk cId="0" sldId="289"/>
            <ac:spMk id="57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26.551" v="514"/>
          <ac:spMkLst>
            <pc:docMk/>
            <pc:sldMk cId="0" sldId="289"/>
            <ac:spMk id="57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26.551" v="515"/>
          <ac:spMkLst>
            <pc:docMk/>
            <pc:sldMk cId="0" sldId="289"/>
            <ac:spMk id="58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26.551" v="516"/>
          <ac:spMkLst>
            <pc:docMk/>
            <pc:sldMk cId="0" sldId="289"/>
            <ac:spMk id="58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26.770" v="517"/>
          <ac:spMkLst>
            <pc:docMk/>
            <pc:sldMk cId="0" sldId="289"/>
            <ac:spMk id="582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8:08:33.192" v="535"/>
        <pc:sldMkLst>
          <pc:docMk/>
          <pc:sldMk cId="0" sldId="290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32.958" v="518"/>
          <ac:spMkLst>
            <pc:docMk/>
            <pc:sldMk cId="0" sldId="290"/>
            <ac:spMk id="58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32.958" v="519"/>
          <ac:spMkLst>
            <pc:docMk/>
            <pc:sldMk cId="0" sldId="290"/>
            <ac:spMk id="58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32.958" v="520"/>
          <ac:spMkLst>
            <pc:docMk/>
            <pc:sldMk cId="0" sldId="290"/>
            <ac:spMk id="58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32.958" v="521"/>
          <ac:spMkLst>
            <pc:docMk/>
            <pc:sldMk cId="0" sldId="290"/>
            <ac:spMk id="58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32.958" v="522"/>
          <ac:spMkLst>
            <pc:docMk/>
            <pc:sldMk cId="0" sldId="290"/>
            <ac:spMk id="58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32.958" v="523"/>
          <ac:spMkLst>
            <pc:docMk/>
            <pc:sldMk cId="0" sldId="290"/>
            <ac:spMk id="58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32.958" v="524"/>
          <ac:spMkLst>
            <pc:docMk/>
            <pc:sldMk cId="0" sldId="290"/>
            <ac:spMk id="58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32.958" v="525"/>
          <ac:spMkLst>
            <pc:docMk/>
            <pc:sldMk cId="0" sldId="290"/>
            <ac:spMk id="59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32.958" v="526"/>
          <ac:spMkLst>
            <pc:docMk/>
            <pc:sldMk cId="0" sldId="290"/>
            <ac:spMk id="59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32.958" v="527"/>
          <ac:spMkLst>
            <pc:docMk/>
            <pc:sldMk cId="0" sldId="290"/>
            <ac:spMk id="59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32.973" v="528"/>
          <ac:spMkLst>
            <pc:docMk/>
            <pc:sldMk cId="0" sldId="290"/>
            <ac:spMk id="59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32.973" v="529"/>
          <ac:spMkLst>
            <pc:docMk/>
            <pc:sldMk cId="0" sldId="290"/>
            <ac:spMk id="59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32.973" v="530"/>
          <ac:spMkLst>
            <pc:docMk/>
            <pc:sldMk cId="0" sldId="290"/>
            <ac:spMk id="59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32.973" v="531"/>
          <ac:spMkLst>
            <pc:docMk/>
            <pc:sldMk cId="0" sldId="290"/>
            <ac:spMk id="59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32.973" v="532"/>
          <ac:spMkLst>
            <pc:docMk/>
            <pc:sldMk cId="0" sldId="290"/>
            <ac:spMk id="59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32.973" v="533"/>
          <ac:spMkLst>
            <pc:docMk/>
            <pc:sldMk cId="0" sldId="290"/>
            <ac:spMk id="59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32.973" v="534"/>
          <ac:spMkLst>
            <pc:docMk/>
            <pc:sldMk cId="0" sldId="290"/>
            <ac:spMk id="59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33.192" v="535"/>
          <ac:spMkLst>
            <pc:docMk/>
            <pc:sldMk cId="0" sldId="290"/>
            <ac:spMk id="600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8:08:47.036" v="573"/>
        <pc:sldMkLst>
          <pc:docMk/>
          <pc:sldMk cId="0" sldId="292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46.598" v="547"/>
          <ac:spMkLst>
            <pc:docMk/>
            <pc:sldMk cId="0" sldId="292"/>
            <ac:spMk id="61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46.598" v="548"/>
          <ac:spMkLst>
            <pc:docMk/>
            <pc:sldMk cId="0" sldId="292"/>
            <ac:spMk id="61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46.598" v="549"/>
          <ac:spMkLst>
            <pc:docMk/>
            <pc:sldMk cId="0" sldId="292"/>
            <ac:spMk id="61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46.598" v="550"/>
          <ac:spMkLst>
            <pc:docMk/>
            <pc:sldMk cId="0" sldId="292"/>
            <ac:spMk id="61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46.598" v="551"/>
          <ac:spMkLst>
            <pc:docMk/>
            <pc:sldMk cId="0" sldId="292"/>
            <ac:spMk id="61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46.598" v="553"/>
          <ac:spMkLst>
            <pc:docMk/>
            <pc:sldMk cId="0" sldId="292"/>
            <ac:spMk id="61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46.598" v="554"/>
          <ac:spMkLst>
            <pc:docMk/>
            <pc:sldMk cId="0" sldId="292"/>
            <ac:spMk id="61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46.598" v="555"/>
          <ac:spMkLst>
            <pc:docMk/>
            <pc:sldMk cId="0" sldId="292"/>
            <ac:spMk id="62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46.598" v="556"/>
          <ac:spMkLst>
            <pc:docMk/>
            <pc:sldMk cId="0" sldId="292"/>
            <ac:spMk id="62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46.614" v="557"/>
          <ac:spMkLst>
            <pc:docMk/>
            <pc:sldMk cId="0" sldId="292"/>
            <ac:spMk id="62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46.614" v="558"/>
          <ac:spMkLst>
            <pc:docMk/>
            <pc:sldMk cId="0" sldId="292"/>
            <ac:spMk id="62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46.614" v="559"/>
          <ac:spMkLst>
            <pc:docMk/>
            <pc:sldMk cId="0" sldId="292"/>
            <ac:spMk id="62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46.614" v="560"/>
          <ac:spMkLst>
            <pc:docMk/>
            <pc:sldMk cId="0" sldId="292"/>
            <ac:spMk id="62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46.614" v="561"/>
          <ac:spMkLst>
            <pc:docMk/>
            <pc:sldMk cId="0" sldId="292"/>
            <ac:spMk id="62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46.614" v="562"/>
          <ac:spMkLst>
            <pc:docMk/>
            <pc:sldMk cId="0" sldId="292"/>
            <ac:spMk id="62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46.614" v="563"/>
          <ac:spMkLst>
            <pc:docMk/>
            <pc:sldMk cId="0" sldId="292"/>
            <ac:spMk id="62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46.614" v="564"/>
          <ac:spMkLst>
            <pc:docMk/>
            <pc:sldMk cId="0" sldId="292"/>
            <ac:spMk id="62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46.614" v="565"/>
          <ac:spMkLst>
            <pc:docMk/>
            <pc:sldMk cId="0" sldId="292"/>
            <ac:spMk id="63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46.614" v="566"/>
          <ac:spMkLst>
            <pc:docMk/>
            <pc:sldMk cId="0" sldId="292"/>
            <ac:spMk id="63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46.614" v="567"/>
          <ac:spMkLst>
            <pc:docMk/>
            <pc:sldMk cId="0" sldId="292"/>
            <ac:spMk id="63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46.614" v="568"/>
          <ac:spMkLst>
            <pc:docMk/>
            <pc:sldMk cId="0" sldId="292"/>
            <ac:spMk id="63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46.614" v="569"/>
          <ac:spMkLst>
            <pc:docMk/>
            <pc:sldMk cId="0" sldId="292"/>
            <ac:spMk id="63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46.614" v="570"/>
          <ac:spMkLst>
            <pc:docMk/>
            <pc:sldMk cId="0" sldId="292"/>
            <ac:spMk id="63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46.614" v="571"/>
          <ac:spMkLst>
            <pc:docMk/>
            <pc:sldMk cId="0" sldId="292"/>
            <ac:spMk id="63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46.614" v="572"/>
          <ac:spMkLst>
            <pc:docMk/>
            <pc:sldMk cId="0" sldId="292"/>
            <ac:spMk id="637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8:08:54.145" v="586"/>
        <pc:sldMkLst>
          <pc:docMk/>
          <pc:sldMk cId="0" sldId="293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53.942" v="574"/>
          <ac:spMkLst>
            <pc:docMk/>
            <pc:sldMk cId="0" sldId="293"/>
            <ac:spMk id="63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53.942" v="575"/>
          <ac:spMkLst>
            <pc:docMk/>
            <pc:sldMk cId="0" sldId="293"/>
            <ac:spMk id="64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53.942" v="576"/>
          <ac:spMkLst>
            <pc:docMk/>
            <pc:sldMk cId="0" sldId="293"/>
            <ac:spMk id="64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53.942" v="577"/>
          <ac:spMkLst>
            <pc:docMk/>
            <pc:sldMk cId="0" sldId="293"/>
            <ac:spMk id="64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53.942" v="578"/>
          <ac:spMkLst>
            <pc:docMk/>
            <pc:sldMk cId="0" sldId="293"/>
            <ac:spMk id="64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53.942" v="579"/>
          <ac:spMkLst>
            <pc:docMk/>
            <pc:sldMk cId="0" sldId="293"/>
            <ac:spMk id="64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53.942" v="580"/>
          <ac:spMkLst>
            <pc:docMk/>
            <pc:sldMk cId="0" sldId="293"/>
            <ac:spMk id="64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53.942" v="581"/>
          <ac:spMkLst>
            <pc:docMk/>
            <pc:sldMk cId="0" sldId="293"/>
            <ac:spMk id="64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53.942" v="582"/>
          <ac:spMkLst>
            <pc:docMk/>
            <pc:sldMk cId="0" sldId="293"/>
            <ac:spMk id="64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53.942" v="583"/>
          <ac:spMkLst>
            <pc:docMk/>
            <pc:sldMk cId="0" sldId="293"/>
            <ac:spMk id="64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53.942" v="584"/>
          <ac:spMkLst>
            <pc:docMk/>
            <pc:sldMk cId="0" sldId="293"/>
            <ac:spMk id="64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53.942" v="585"/>
          <ac:spMkLst>
            <pc:docMk/>
            <pc:sldMk cId="0" sldId="293"/>
            <ac:spMk id="65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8:54.145" v="586"/>
          <ac:spMkLst>
            <pc:docMk/>
            <pc:sldMk cId="0" sldId="293"/>
            <ac:spMk id="651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8:09:01.270" v="621"/>
        <pc:sldMkLst>
          <pc:docMk/>
          <pc:sldMk cId="0" sldId="294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33" v="587"/>
          <ac:spMkLst>
            <pc:docMk/>
            <pc:sldMk cId="0" sldId="294"/>
            <ac:spMk id="65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33" v="588"/>
          <ac:spMkLst>
            <pc:docMk/>
            <pc:sldMk cId="0" sldId="294"/>
            <ac:spMk id="65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33" v="589"/>
          <ac:spMkLst>
            <pc:docMk/>
            <pc:sldMk cId="0" sldId="294"/>
            <ac:spMk id="65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48" v="590"/>
          <ac:spMkLst>
            <pc:docMk/>
            <pc:sldMk cId="0" sldId="294"/>
            <ac:spMk id="65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48" v="591"/>
          <ac:spMkLst>
            <pc:docMk/>
            <pc:sldMk cId="0" sldId="294"/>
            <ac:spMk id="65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48" v="592"/>
          <ac:spMkLst>
            <pc:docMk/>
            <pc:sldMk cId="0" sldId="294"/>
            <ac:spMk id="65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48" v="593"/>
          <ac:spMkLst>
            <pc:docMk/>
            <pc:sldMk cId="0" sldId="294"/>
            <ac:spMk id="65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48" v="594"/>
          <ac:spMkLst>
            <pc:docMk/>
            <pc:sldMk cId="0" sldId="294"/>
            <ac:spMk id="65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48" v="595"/>
          <ac:spMkLst>
            <pc:docMk/>
            <pc:sldMk cId="0" sldId="294"/>
            <ac:spMk id="66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48" v="596"/>
          <ac:spMkLst>
            <pc:docMk/>
            <pc:sldMk cId="0" sldId="294"/>
            <ac:spMk id="66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48" v="597"/>
          <ac:spMkLst>
            <pc:docMk/>
            <pc:sldMk cId="0" sldId="294"/>
            <ac:spMk id="66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48" v="598"/>
          <ac:spMkLst>
            <pc:docMk/>
            <pc:sldMk cId="0" sldId="294"/>
            <ac:spMk id="66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48" v="599"/>
          <ac:spMkLst>
            <pc:docMk/>
            <pc:sldMk cId="0" sldId="294"/>
            <ac:spMk id="66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48" v="600"/>
          <ac:spMkLst>
            <pc:docMk/>
            <pc:sldMk cId="0" sldId="294"/>
            <ac:spMk id="66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48" v="601"/>
          <ac:spMkLst>
            <pc:docMk/>
            <pc:sldMk cId="0" sldId="294"/>
            <ac:spMk id="66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48" v="602"/>
          <ac:spMkLst>
            <pc:docMk/>
            <pc:sldMk cId="0" sldId="294"/>
            <ac:spMk id="66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48" v="603"/>
          <ac:spMkLst>
            <pc:docMk/>
            <pc:sldMk cId="0" sldId="294"/>
            <ac:spMk id="66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48" v="604"/>
          <ac:spMkLst>
            <pc:docMk/>
            <pc:sldMk cId="0" sldId="294"/>
            <ac:spMk id="66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48" v="605"/>
          <ac:spMkLst>
            <pc:docMk/>
            <pc:sldMk cId="0" sldId="294"/>
            <ac:spMk id="67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48" v="606"/>
          <ac:spMkLst>
            <pc:docMk/>
            <pc:sldMk cId="0" sldId="294"/>
            <ac:spMk id="67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48" v="607"/>
          <ac:spMkLst>
            <pc:docMk/>
            <pc:sldMk cId="0" sldId="294"/>
            <ac:spMk id="67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48" v="608"/>
          <ac:spMkLst>
            <pc:docMk/>
            <pc:sldMk cId="0" sldId="294"/>
            <ac:spMk id="67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48" v="609"/>
          <ac:spMkLst>
            <pc:docMk/>
            <pc:sldMk cId="0" sldId="294"/>
            <ac:spMk id="67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48" v="610"/>
          <ac:spMkLst>
            <pc:docMk/>
            <pc:sldMk cId="0" sldId="294"/>
            <ac:spMk id="67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48" v="611"/>
          <ac:spMkLst>
            <pc:docMk/>
            <pc:sldMk cId="0" sldId="294"/>
            <ac:spMk id="67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48" v="612"/>
          <ac:spMkLst>
            <pc:docMk/>
            <pc:sldMk cId="0" sldId="294"/>
            <ac:spMk id="67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48" v="613"/>
          <ac:spMkLst>
            <pc:docMk/>
            <pc:sldMk cId="0" sldId="294"/>
            <ac:spMk id="67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48" v="614"/>
          <ac:spMkLst>
            <pc:docMk/>
            <pc:sldMk cId="0" sldId="294"/>
            <ac:spMk id="67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64" v="615"/>
          <ac:spMkLst>
            <pc:docMk/>
            <pc:sldMk cId="0" sldId="294"/>
            <ac:spMk id="68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64" v="616"/>
          <ac:spMkLst>
            <pc:docMk/>
            <pc:sldMk cId="0" sldId="294"/>
            <ac:spMk id="68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64" v="617"/>
          <ac:spMkLst>
            <pc:docMk/>
            <pc:sldMk cId="0" sldId="294"/>
            <ac:spMk id="68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64" v="618"/>
          <ac:spMkLst>
            <pc:docMk/>
            <pc:sldMk cId="0" sldId="294"/>
            <ac:spMk id="68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64" v="619"/>
          <ac:spMkLst>
            <pc:docMk/>
            <pc:sldMk cId="0" sldId="294"/>
            <ac:spMk id="68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0.864" v="620"/>
          <ac:spMkLst>
            <pc:docMk/>
            <pc:sldMk cId="0" sldId="294"/>
            <ac:spMk id="68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1.270" v="621"/>
          <ac:spMkLst>
            <pc:docMk/>
            <pc:sldMk cId="0" sldId="294"/>
            <ac:spMk id="686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8:09:08.286" v="628"/>
        <pc:sldMkLst>
          <pc:docMk/>
          <pc:sldMk cId="0" sldId="295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8.223" v="622"/>
          <ac:spMkLst>
            <pc:docMk/>
            <pc:sldMk cId="0" sldId="295"/>
            <ac:spMk id="68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8.223" v="623"/>
          <ac:spMkLst>
            <pc:docMk/>
            <pc:sldMk cId="0" sldId="295"/>
            <ac:spMk id="68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8.223" v="624"/>
          <ac:spMkLst>
            <pc:docMk/>
            <pc:sldMk cId="0" sldId="295"/>
            <ac:spMk id="68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8.223" v="625"/>
          <ac:spMkLst>
            <pc:docMk/>
            <pc:sldMk cId="0" sldId="295"/>
            <ac:spMk id="69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8.223" v="626"/>
          <ac:spMkLst>
            <pc:docMk/>
            <pc:sldMk cId="0" sldId="295"/>
            <ac:spMk id="69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8.223" v="627"/>
          <ac:spMkLst>
            <pc:docMk/>
            <pc:sldMk cId="0" sldId="295"/>
            <ac:spMk id="69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08.286" v="628"/>
          <ac:spMkLst>
            <pc:docMk/>
            <pc:sldMk cId="0" sldId="295"/>
            <ac:spMk id="693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8:09:13.380" v="637"/>
        <pc:sldMkLst>
          <pc:docMk/>
          <pc:sldMk cId="0" sldId="296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13.270" v="629"/>
          <ac:spMkLst>
            <pc:docMk/>
            <pc:sldMk cId="0" sldId="296"/>
            <ac:spMk id="69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13.270" v="630"/>
          <ac:spMkLst>
            <pc:docMk/>
            <pc:sldMk cId="0" sldId="296"/>
            <ac:spMk id="69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13.270" v="631"/>
          <ac:spMkLst>
            <pc:docMk/>
            <pc:sldMk cId="0" sldId="296"/>
            <ac:spMk id="69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13.270" v="632"/>
          <ac:spMkLst>
            <pc:docMk/>
            <pc:sldMk cId="0" sldId="296"/>
            <ac:spMk id="69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13.270" v="633"/>
          <ac:spMkLst>
            <pc:docMk/>
            <pc:sldMk cId="0" sldId="296"/>
            <ac:spMk id="69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13.270" v="634"/>
          <ac:spMkLst>
            <pc:docMk/>
            <pc:sldMk cId="0" sldId="296"/>
            <ac:spMk id="69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13.270" v="635"/>
          <ac:spMkLst>
            <pc:docMk/>
            <pc:sldMk cId="0" sldId="296"/>
            <ac:spMk id="70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13.270" v="636"/>
          <ac:spMkLst>
            <pc:docMk/>
            <pc:sldMk cId="0" sldId="296"/>
            <ac:spMk id="701" creationId="{00000000-0000-0000-0000-000000000000}"/>
          </ac:spMkLst>
        </pc:spChg>
      </pc:sldChg>
      <pc:sldChg chg="modSp">
        <pc:chgData name="Հովհաննիսյան Վարդան Դավիթի" userId="S::vardan.hovhannisyan@polytechnic.am::e50b2cf9-71a2-4ef9-993b-4e49a3fc4b8d" providerId="AD" clId="Web-{00000000-0000-0000-0000-000000000000}" dt="2026-08-29T18:09:18.630" v="654"/>
        <pc:sldMkLst>
          <pc:docMk/>
          <pc:sldMk cId="0" sldId="297"/>
        </pc:sldMkLst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18.411" v="638"/>
          <ac:spMkLst>
            <pc:docMk/>
            <pc:sldMk cId="0" sldId="297"/>
            <ac:spMk id="70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18.411" v="639"/>
          <ac:spMkLst>
            <pc:docMk/>
            <pc:sldMk cId="0" sldId="297"/>
            <ac:spMk id="70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18.411" v="640"/>
          <ac:spMkLst>
            <pc:docMk/>
            <pc:sldMk cId="0" sldId="297"/>
            <ac:spMk id="70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18.411" v="641"/>
          <ac:spMkLst>
            <pc:docMk/>
            <pc:sldMk cId="0" sldId="297"/>
            <ac:spMk id="70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18.411" v="642"/>
          <ac:spMkLst>
            <pc:docMk/>
            <pc:sldMk cId="0" sldId="297"/>
            <ac:spMk id="70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18.427" v="643"/>
          <ac:spMkLst>
            <pc:docMk/>
            <pc:sldMk cId="0" sldId="297"/>
            <ac:spMk id="70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18.427" v="644"/>
          <ac:spMkLst>
            <pc:docMk/>
            <pc:sldMk cId="0" sldId="297"/>
            <ac:spMk id="709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18.427" v="645"/>
          <ac:spMkLst>
            <pc:docMk/>
            <pc:sldMk cId="0" sldId="297"/>
            <ac:spMk id="710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18.427" v="646"/>
          <ac:spMkLst>
            <pc:docMk/>
            <pc:sldMk cId="0" sldId="297"/>
            <ac:spMk id="711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18.427" v="647"/>
          <ac:spMkLst>
            <pc:docMk/>
            <pc:sldMk cId="0" sldId="297"/>
            <ac:spMk id="712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18.427" v="648"/>
          <ac:spMkLst>
            <pc:docMk/>
            <pc:sldMk cId="0" sldId="297"/>
            <ac:spMk id="713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18.427" v="649"/>
          <ac:spMkLst>
            <pc:docMk/>
            <pc:sldMk cId="0" sldId="297"/>
            <ac:spMk id="714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18.427" v="650"/>
          <ac:spMkLst>
            <pc:docMk/>
            <pc:sldMk cId="0" sldId="297"/>
            <ac:spMk id="715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18.427" v="651"/>
          <ac:spMkLst>
            <pc:docMk/>
            <pc:sldMk cId="0" sldId="297"/>
            <ac:spMk id="716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18.427" v="652"/>
          <ac:spMkLst>
            <pc:docMk/>
            <pc:sldMk cId="0" sldId="297"/>
            <ac:spMk id="717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18.427" v="653"/>
          <ac:spMkLst>
            <pc:docMk/>
            <pc:sldMk cId="0" sldId="297"/>
            <ac:spMk id="718" creationId="{00000000-0000-0000-0000-000000000000}"/>
          </ac:spMkLst>
        </pc:spChg>
        <pc:spChg chg="mod">
          <ac:chgData name="Հովհաննիսյան Վարդան Դավիթի" userId="S::vardan.hovhannisyan@polytechnic.am::e50b2cf9-71a2-4ef9-993b-4e49a3fc4b8d" providerId="AD" clId="Web-{00000000-0000-0000-0000-000000000000}" dt="2026-08-29T18:09:18.630" v="654"/>
          <ac:spMkLst>
            <pc:docMk/>
            <pc:sldMk cId="0" sldId="297"/>
            <ac:spMk id="719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8784C0E-0A41-4CFB-B7BC-F0E976F0AAF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75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BEFORE THE BELL: have the hook slide ready. Do not open with administration —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syllabus, assessment and logistics come at minute 74, not now. The first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90 seconds are the most valuable of the semester; spend them on the mystery.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Say: "Before I tell you what this course is, I want to tell you about a motor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that died while somebody was watching it."  Then advance immediately.</a:t>
            </a:r>
          </a:p>
        </p:txBody>
      </p:sp>
      <p:sp>
        <p:nvSpPr>
          <p:cNvPr id="752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D8CF008-E025-4044-9CEB-3CF175DE8B3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75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0:00–0:01. Tell this as a story, not a slide.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"An industrial plant instrumented a motor to catch bearing failure early.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Accelerometer on the housing, microcontroller, data logged every day, a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trend line on a screen that somebody actually looked at."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not rush. Let the room settle into narrative mode. Next slide.</a:t>
            </a:r>
          </a:p>
        </p:txBody>
      </p:sp>
      <p:sp>
        <p:nvSpPr>
          <p:cNvPr id="755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0227E73-56D5-4BEF-AC8F-B7D2FF47BE9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75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0:01–0:02.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 at the flat line: "For six weeks, this. A 20 Hz vibration, slowly rising.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Every maintenance engineer in this room would read that as load variation."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the cliff: "Week seven. The bearing seizes. The motor is scrap."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Pause. Then: "Here is what makes this interesting."</a:t>
            </a:r>
          </a:p>
        </p:txBody>
      </p:sp>
      <p:sp>
        <p:nvSpPr>
          <p:cNvPr id="758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16DA7E7-CCDD-4313-AF64-9CA6952E5413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76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0:02–0:03. Read the left column aloud, tick by tick. The rhythm matters —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five ticks in a row builds the paradox.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"Every component met its specification. Nobody was negligent. And the motor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is still scrap."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Then, flatly: "So I want your verdict." Advance to the poll.</a:t>
            </a:r>
          </a:p>
        </p:txBody>
      </p:sp>
      <p:sp>
        <p:nvSpPr>
          <p:cNvPr id="761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0EF9926-9C78-4215-93C1-134261BCE79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76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TIMING: 0:03–0:05. Baseline commitment poll — NOT assessment.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HOW TO RUN THE VOTE (no polling tool — this is the standard method all semester):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 Question stays on screen. "Hands up for A on my count — three, two, one."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 Then B, then C, then D, then E. One raise per student.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 Count to the nearest quarter of the room and write it down.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 ONLY THEN take two spoken answers: "A — tell me why."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SILENT VOTE FIRST, ALWAYS. If anyone says an answer aloud before the hands go up,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the room anchors on it and you lose the independent first vote — which is the whole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mechanism. Voting first costs 40 seconds and protects the entire exercise.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CRITICAL: do NOT reveal, hint, or react to the distribution. Say only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"Hold that thought." Any tell here spends the ending you are saving.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WRITE DOWN the distribution. You will re-run this exact poll at minute 70 and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show the two side by side. For a first offering, that pair of numbers is the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most useful evidence you will collect today.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Expected: A and E dominate — both blame a component or a person rather than the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absence of a system specification. That habit is what this course replaces.</a:t>
            </a:r>
          </a:p>
        </p:txBody>
      </p:sp>
      <p:sp>
        <p:nvSpPr>
          <p:cNvPr id="764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5EE6081-BBE2-47FE-AF98-6E2D2E432F1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76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TIMING: 0:05–0:07. Now — and only now — you may say what the course is.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Point at the right-hand box explicitly: many students arrive expecting silicon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processing and cleanroom photographs. Kill that expectation in one sentence so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they stop waiting for it. (Misconception M2.)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Read the design principle across the bottom slowly. Tell them it is the spine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of the syllabus and that every lab is one arrow in it.</a:t>
            </a:r>
          </a:p>
        </p:txBody>
      </p:sp>
      <p:sp>
        <p:nvSpPr>
          <p:cNvPr id="767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B27B50A-035B-4DBD-A468-E33AF1BF239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76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TIMING: 0:07–0:08. Fast — 60 seconds. Do not read all four aloud word for word.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Say: "Four things, all of them verbs. If at the end of the hour you can't do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these four, tell me on the exit ticket and I will fix it at the start of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Lecture 2." That promise is cheap and it buys you real exit-ticket honesty.</a:t>
            </a:r>
          </a:p>
        </p:txBody>
      </p:sp>
      <p:sp>
        <p:nvSpPr>
          <p:cNvPr id="770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E74723F-4B3A-4341-A4AA-7FA09556556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77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TIMING: 0:08. Section marker — 15 seconds, do not linger.</a:t>
            </a:r>
          </a:p>
        </p:txBody>
      </p:sp>
      <p:sp>
        <p:nvSpPr>
          <p:cNvPr id="773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7C27702-D199-4B13-9162-2171364D14E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77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0:08–0:12. Four minutes, no more. This is vocabulary, not physics.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one point worth making: "transducer" is the general term and "sensor" is the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special case that points inward. Most datasheets use them interchangeably; you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should not.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bottom line is the sentence students remember. Deliver it, then move.</a:t>
            </a:r>
          </a:p>
        </p:txBody>
      </p:sp>
      <p:sp>
        <p:nvSpPr>
          <p:cNvPr id="776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53FC231-8ED3-4844-A573-09B860475BF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77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0:12–0:14. First state change of the lecture — get them talking early,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while the cost of speaking is still low.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ANSWERS: microphone = sensor, sound pressure. Buzzer = actuator (and a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transducer). Strain gauge = sensor, strain — PASSIVE, it needs excitation.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MEMS mirror = actuator, angular deflection.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strain gauge is the point of the exercise: a passive sensor produces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nothing on its own. That is the seed of Lecture 12's bridge excitation.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Take answers from two pairs, 20 seconds each. Do not survey the room.</a:t>
            </a:r>
          </a:p>
        </p:txBody>
      </p:sp>
      <p:sp>
        <p:nvSpPr>
          <p:cNvPr id="779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D90E429-4F32-42AE-B945-C277FB61BDC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78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0:14–0:15. Start with nothing but the physical world.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"On the left is the only thing that is actually true: the motor is vibrating.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Everything to the right of this box is a story we tell about it. Our job is to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make the story faithful."</a:t>
            </a:r>
          </a:p>
        </p:txBody>
      </p:sp>
      <p:sp>
        <p:nvSpPr>
          <p:cNvPr id="782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17054BF-2974-4184-8F9A-090E113F6D92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78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0:15–0:17. THIS IS THE SLIDE STUDENTS DO NOT EXPECT.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Box 2 first: "Before any electronics exist, the vibration has to travel through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bolt, a bracket, a housing, maybe a rubber pad. That mechanical path is part of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your instrument. It has a transfer function. Nobody puts it in the error budget."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box 3, transduction: "Now, finally, physics becomes electricity —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capacitance, resistance, charge. Lecture 4 is about how; Lectures 5 to 11 are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about which."</a:t>
            </a:r>
          </a:p>
        </p:txBody>
      </p:sp>
      <p:sp>
        <p:nvSpPr>
          <p:cNvPr id="785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11CE6B2-8953-4F5F-9C2D-7A84A26E1C9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78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0:17–0:20.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Box 4 — conditioning: amplify, filter, level-shift. Say the words "anti-alias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filter" now and flag it: "Remember this box. We come back to it at the end of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hour and it will cost somebody a motor."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Box 5 — sampling and quantisation: "Two separate things happen here and students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merge them for years. Sampling chops time. Quantisation chops amplitude. They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fail differently."</a:t>
            </a:r>
          </a:p>
        </p:txBody>
      </p:sp>
      <p:sp>
        <p:nvSpPr>
          <p:cNvPr id="788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CA0F0D0-895A-4866-8CDE-427891177E1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79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0:20–0:22. The complete spine of the course.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Box 6 — codes to units: "The sensor never outputs acceleration. It outputs an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integer. Somebody multiplies it by a number from a datasheet. If that number is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wrong, everything downstream is confidently wrong." (Misconception M4.)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Box 7 — timestamp and decision: "An unstamped sample is nearly worthless. If you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cannot say when it was taken, you cannot compute a frequency — and frequency is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tells you the bearing is dying."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Say plainly: "This diagram is the syllabus. Sixteen lectures, and every one of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them lives in one of these boxes."</a:t>
            </a:r>
          </a:p>
        </p:txBody>
      </p:sp>
      <p:sp>
        <p:nvSpPr>
          <p:cNvPr id="791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478FD4D-0DE7-4033-9AB6-A8ECDB4E12C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79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0:22–0:23. Walk the numbers left to right, then down and back.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teaching beat is the 0.9 → 0.6 mg step. Ask: "Which of these numbers would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appear in a datasheet?" Answer: only the ones inside boxes 3 to 6. The 33 % loss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box 2 is invisible to every datasheet ever written, and it is the integrator's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problem — yours.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Then: "Now hold on to that, because I want to test whether you believe it."</a:t>
            </a:r>
          </a:p>
        </p:txBody>
      </p:sp>
      <p:sp>
        <p:nvSpPr>
          <p:cNvPr id="794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D1C7038-4DB9-4FCB-A942-838BDF07878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79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0:23–0:24. Do NOT read the whole table. Read the right-hand column only.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word to land on is "Never" in the sampling row. Circle it with the cursor.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"This is the only 'never' on the slide. Remember which row it is on."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That is the third and last time you plant the aliasing seed before the reveal.</a:t>
            </a:r>
          </a:p>
        </p:txBody>
      </p:sp>
      <p:sp>
        <p:nvSpPr>
          <p:cNvPr id="797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53AEC49-76FE-41A9-B02E-5561D28227B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79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0:24–0:28. First real ConcepTest. TARGET 40–60 % first vote.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PEER INSTRUCTION PROTOCOL — run it properly: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1. Silent individual vote. 45 s. Everyone commits.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2. "Find someone with a different answer. 90 seconds. Convince them."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3. Re-vote. Announce both percentages out loud.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&gt;70 % FIRST VOTE: skip discussion, take one justification, move on.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&lt;30 %: do not discuss. Redraw the rubber pad as a low-pass filter sitting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between the measurand and the proof mass, then re-vote.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RECORD BOTH NUMBERS.</a:t>
            </a:r>
          </a:p>
        </p:txBody>
      </p:sp>
      <p:sp>
        <p:nvSpPr>
          <p:cNvPr id="800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5271F48-5E3B-4511-B82A-391A848B15D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80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Reveal. Then close the loop on each distractor — 20 seconds each, no longer: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— confuses resolution with accuracy. 16 bits is plenty; that was never the issue.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 — a real bug, but it changes the SCALE of the answer, not its VALIDITY.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 — the exact misconception this course exists to remove: fine resolution on a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corrupted signal gives you a precise wrong answer.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Then: "This is why Lecture 5 specifies mounting orientation and Lecture 16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specifies mechanical location. They are not housekeeping. They are link one."</a:t>
            </a:r>
          </a:p>
        </p:txBody>
      </p:sp>
      <p:sp>
        <p:nvSpPr>
          <p:cNvPr id="803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ABB346C-4937-4C20-972C-1F071B0FE39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80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0:28. Five seconds of silence on this slide. Let it land, then move.</a:t>
            </a:r>
          </a:p>
        </p:txBody>
      </p:sp>
      <p:sp>
        <p:nvSpPr>
          <p:cNvPr id="806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5DAD113-2364-4B4D-B112-A2F7675889A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80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0:28–0:29. Section marker, 15 seconds.</a:t>
            </a:r>
          </a:p>
        </p:txBody>
      </p:sp>
      <p:sp>
        <p:nvSpPr>
          <p:cNvPr id="809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7576A75-B10E-428A-ACF4-92EDDA7ABB5F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81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TIMING: 0:29–0:33. Draw attention to three symbols only: m, k, d.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"A mass on springs between two plates. That is a MEMS accelerometer. If you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understood the spring-mass system in mechanics, you already understand the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device — what you do not yet have is intuition for what happens when you make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it a thousand times smaller."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The 1–2 µm gap is worth a beat: "That gap is smaller than a red blood cell.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It is also why a speck of dust in the package is a catastrophe, and why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Lecture 4 spends its time on packaging rather than lithography."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Do NOT derive the transfer function. That is Lecture 5.</a:t>
            </a:r>
          </a:p>
        </p:txBody>
      </p:sp>
      <p:sp>
        <p:nvSpPr>
          <p:cNvPr id="812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17A886D-F2B3-440E-A06D-47D8AB033D4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81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0:33–0:36. Slow down. This is the load-bearing slide of the lecture.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the substitution on the board, out loud, even though it is on the slide: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k = E·w·t³ / 4L³   →   (s)(s³)/(s³)  =  s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"Mass goes as the cube. Stiffness goes as the first power. Students assume they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cancel. They do not, and the gap between them is where MEMS lives."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Write k ∝ L¹ and m ∝ L³ on the physical board and LEAVE THEM THERE for the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rest of the lecture. You will point at them again during Poll 3.</a:t>
            </a:r>
          </a:p>
        </p:txBody>
      </p:sp>
      <p:sp>
        <p:nvSpPr>
          <p:cNvPr id="815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147FE71-F167-44BB-908A-2A9EC8374DC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81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0:36–0:39.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Walk the algebra once: √(L/L³) = √(L⁻²) = 1/L. Then the table, top to bottom —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five orders of magnitude in size, eight in frequency.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right-hand column is the engineering payoff and it is what connects to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Lecture 2: bandwidth. "A high resonant frequency is not a curiosity. It is the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reason you can put an accelerometer on a bearing at all."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set up the poll: "Now — you have the two exponents. Use them."</a:t>
            </a:r>
          </a:p>
        </p:txBody>
      </p:sp>
      <p:sp>
        <p:nvSpPr>
          <p:cNvPr id="818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EAF54BE-86EF-460B-A5C3-152785903E9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82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0:39–0:43. HARDEST ITEM. TARGET 30–50 % first vote.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peer instruction. Script for step 2: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"Find someone who voted differently. 90 seconds. Convince them using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k ∝ L and m ∝ L³ — not using your intuition about small things."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 IS THE TRAP and it is a good-faith error: it assumes k and m scale together.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 at the board. k ∝ L¹, m ∝ L³, so k/m ∝ L⁻², so f₀ ∝ 1/L.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&lt;20 % CORRECT AFTER THE RE-VOTE: stop and derive it in three lines on the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board, then vote a third time. This concept is load-bearing for Lectures 5, 6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11 — four extra minutes here is a good trade.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RECORD BOTH NUMBERS. If this lands above 70 % first vote, your scaling chunk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was too explicit — note it and compress next year.</a:t>
            </a:r>
          </a:p>
        </p:txBody>
      </p:sp>
      <p:sp>
        <p:nvSpPr>
          <p:cNvPr id="821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DCE6561-30ED-4C9B-BA3B-07723EAEDA0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82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Reveal, then explain the trade honestly — this is the most intellectually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satisfying two minutes of the lecture: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"Why doesn't everyone just make them smaller? Because the proof mass is what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averages out the thermal buffeting of the gas molecules around it. Smaller mass,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larger Brownian noise-equivalent acceleration. You are trading noise floor for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bandwidth, and the datasheet will make you choose."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not write out the full noise formula on the board. The proportionality —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noise up as m goes down — is the whole content.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Then: "So when you read a noise-density figure in Lecture 2, you now know what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 costs to make it smaller."</a:t>
            </a:r>
          </a:p>
        </p:txBody>
      </p:sp>
      <p:sp>
        <p:nvSpPr>
          <p:cNvPr id="824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A30C777-16D4-4708-82E1-D38D6DCB50F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82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0:43–0:44. 60 seconds. Read only the right-hand column aloud.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A/V line at the bottom is the unifying idea: gravity and inertia are volume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effects, friction and adhesion and surface tension are area effects. Shrink, and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area effects win. That is stiction, and it is why a MEMS device can weld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itself shut.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"A macroscopic engineer worries about mass. A MEMS engineer worries about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surfaces."</a:t>
            </a:r>
          </a:p>
        </p:txBody>
      </p:sp>
      <p:sp>
        <p:nvSpPr>
          <p:cNvPr id="827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41E082D-9729-47F4-B6D6-0CEBEAA3345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83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0:48–0:49. Section marker.</a:t>
            </a:r>
          </a:p>
        </p:txBody>
      </p:sp>
      <p:sp>
        <p:nvSpPr>
          <p:cNvPr id="836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415B88B-E7BB-43B9-8C3B-6BE1C461C73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83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0:49–0:50.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Read it in a slightly bored managerial voice. Then: "There is not one number in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that sentence. Until there is, you cannot buy anything, you cannot design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anything, and you certainly cannot be held to anything."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"So here is the interrogation."</a:t>
            </a:r>
          </a:p>
        </p:txBody>
      </p:sp>
      <p:sp>
        <p:nvSpPr>
          <p:cNvPr id="839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3CE7135-87FA-4CB5-AC23-23F1EA7C82C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84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TIMING: 0:50–0:54. Four minutes. Do not lecture all seven — read the headings,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expand only on ACCURACY and BANDWIDTH.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ACCURACY: "Notice the second half of the question — 'over what temperature'.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An accuracy figure without a temperature range is marketing, not engineering."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(This is the direct set-up for Lecture 2.)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BANDWIDTH is highlighted deliberately. Do not explain why yet. If a student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asks, say "good instinct — hold it for ten minutes."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Tell them this list is the semester project's first deliverable and that they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will use it in every lab.</a:t>
            </a:r>
          </a:p>
        </p:txBody>
      </p:sp>
      <p:sp>
        <p:nvSpPr>
          <p:cNvPr id="842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19D39D2-361D-4B58-8B3A-25BCB065F09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84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0:54–0:58. Build this live if you can — reveal the middle column row by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 and ask the room for each number before showing it.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third column is the pedagogical point: EVERY specification number has a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justification. A spec line without a reason is a guess wearing a suit.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 the bandwidth row out loud, then say nothing more about it.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"Notice what is NOT on this slide: a manufacturer, a part number, a price. Those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come after. Lecture 2 is entirely about what happens next."</a:t>
            </a:r>
          </a:p>
        </p:txBody>
      </p:sp>
      <p:sp>
        <p:nvSpPr>
          <p:cNvPr id="845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D2027AC-4574-484F-8FD0-A78A809B803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84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0:58–1:02. Pairs, 4 minutes. Circulate; do not answer, redirect.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INTENDED INSIGHT: the measurand is not altitude — it is barometric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PRESSURE, and altitude is derived. That reframing is the whole exercise, and it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previews Lab 5 directly.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TRAP is range vs resolution: range might be 950–1050 hPa (weather), while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resolution needed for ±0.5 m is about 0.06 hPa. Four orders of magnitude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apart. Students routinely conflate these two, and the exit ticket will show you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exactly how many still do.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a pair finishes early: "now tell me what happens to your altitude reading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when a door opens in the room."</a:t>
            </a:r>
          </a:p>
        </p:txBody>
      </p:sp>
      <p:sp>
        <p:nvSpPr>
          <p:cNvPr id="848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69F669A-7193-43F1-A77B-19E2D7B4A59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85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1:02–1:05. Transfer poll. TARGET 55–75 % — this one should be gettable.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Short peer instruction: 60 seconds, then re-vote.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framing in the note line is the actual learning objective: engineering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judgement is knowing which specification line is FATAL versus merely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SUBOPTIMAL. All four matter. Only one of them decides feasibility.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Then: "Hold that answer. We are going back to the motor."</a:t>
            </a:r>
          </a:p>
        </p:txBody>
      </p:sp>
      <p:sp>
        <p:nvSpPr>
          <p:cNvPr id="851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F24FF4E-A8D3-4A41-A552-D979B4FF717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85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Reveal briefly — 45 seconds. Do not over-explain; the next four slides do the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explaining.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"Range too small: you clip the peaks. Resolution too coarse: you miss small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faults. Temperature too low: it dies in the cabinet. All bad. All survivable.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Bandwidth too low: you are not measuring the thing you think you are measuring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at all. Let me show you."</a:t>
            </a:r>
          </a:p>
        </p:txBody>
      </p:sp>
      <p:sp>
        <p:nvSpPr>
          <p:cNvPr id="854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7E821E2-0AEE-443E-B653-79F3921C823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85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1:07–1:08. Physical commitment beats a poll here — you can see the whole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room at once, and so can they.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Wait until every hand is on the paper. Genuinely wait. Then look around and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narrate what you see: "Most of you are on box 5. Some on box 2 — and after the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rubber pad question, I understand why."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Then: "Box 5. Sampling. Here are the numbers nobody wrote down."</a:t>
            </a:r>
          </a:p>
        </p:txBody>
      </p:sp>
      <p:sp>
        <p:nvSpPr>
          <p:cNvPr id="860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88A7F4F-8C65-42FD-B06E-0142CD2935C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86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1:08–1:10. Let the three numbers sit for a moment before you speak.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"1520 Hz of real, physical, destructive vibration. Sampled 100 times a second.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filter."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Nyquist plainly and move to the arithmetic — the next slide is where the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understanding actually happens.</a:t>
            </a:r>
          </a:p>
        </p:txBody>
      </p:sp>
      <p:sp>
        <p:nvSpPr>
          <p:cNvPr id="863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115942B-1DFE-41EC-9D54-CCB6D4A9A9D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86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1:10–1:13. THE INTELLECTUAL CENTRE OF THE LECTURE. Do not rush it.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Walk it: "Here is the real signal — fast, teal. Here are the only instants the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ADC ever looked — the red dots. Now: draw the smoothest curve you can through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just the dots." Trace the dashed red line with your hand.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"Twenty hertz. It is not noise, it is not a bug, it is not a broken sensor.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 is the arithmetic of looking too slowly."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the sum aloud: 15 × 100 = 1500. 1520 − 1500 = 20.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the killer detail — say it slowly: "The shaft turns at 1500 rpm, which is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 Hz. So a 20 Hz component looked completely plausible to everyone who saw it."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That is why nobody caught it. The wrong answer was believable.</a:t>
            </a:r>
          </a:p>
        </p:txBody>
      </p:sp>
      <p:sp>
        <p:nvSpPr>
          <p:cNvPr id="866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E66DFA0-30AB-42AF-B7C2-A095CBB22842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86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TIMING: 1:13–1:14. Silence. Read it once, slowly. Do not add anything.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This is the sentence you want them to still have in Week 14.</a:t>
            </a:r>
          </a:p>
        </p:txBody>
      </p:sp>
      <p:sp>
        <p:nvSpPr>
          <p:cNvPr id="869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4CDC7C5-C5D9-4863-8DAB-7BD73550E7F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87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TIMING: 1:14–1:15. Re-run POLL 1 here if you have 60 seconds — show the original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distribution next to the new one. The shift is the most persuasive thing you can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put on a screen in week one.</a:t>
            </a: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connect forward: "You will alias a signal deliberately in Lab 2, in week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four. It is much more fun when you do it on purpose."</a:t>
            </a:r>
          </a:p>
        </p:txBody>
      </p:sp>
      <p:sp>
        <p:nvSpPr>
          <p:cNvPr id="872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23C21C5-30F9-458F-B18C-FB25B354B1E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87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TIMING: 1:15–1:16. Ninety seconds. Read the four bold lines only.</a:t>
            </a:r>
          </a:p>
        </p:txBody>
      </p:sp>
      <p:sp>
        <p:nvSpPr>
          <p:cNvPr id="875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5D396C1-D9A2-44F9-B90D-49E46ECCAD6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A8763FF-BCA0-4C21-8AF9-4C8CA829A8C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BFBB6BD-827B-4EC2-A2F4-D3ABF75AE1A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3ADDDE0-AB2C-4FDB-805F-33F5910FEFA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DBC9F90-44D9-46B9-8912-24170AFE2BD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B8C3EA2-C450-4FAD-992F-1EBF7F5C64C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365F575-4C84-4A20-AA9F-A810C5710ED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16E7B5F-1283-495F-8109-49F3D145F52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3797303-58BB-4540-9964-1FAC7F9D0A6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BBA3C2C-DEA9-4050-A3E0-D8E1B8E041D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94EA75B-386D-4809-BAD9-67326BF44EE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CDB3B94-D80A-45F3-9904-32027EA4B78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A1F2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0"/>
            <a:ext cx="310680" cy="685764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1051560" y="1371600"/>
            <a:ext cx="10058040" cy="2308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ՄԻԿՐՈԷԼԵԿՏՐԱՄԵԽԱՆԻԿԱԿԱՆ ՀԱՄԱԿԱՐԳԵՐ ԵՎ ՏՎԻՉՆԵՐ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1051560" y="2057400"/>
            <a:ext cx="10332360" cy="137422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400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MEMS, </a:t>
            </a:r>
            <a:r>
              <a:rPr lang="en-US" sz="400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տվիչներ</a:t>
            </a:r>
            <a:r>
              <a:rPr lang="en-US" sz="400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 և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defTabSz="457200">
              <a:lnSpc>
                <a:spcPct val="115000"/>
              </a:lnSpc>
            </a:pPr>
            <a:r>
              <a:rPr lang="en-US" sz="400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չափման</a:t>
            </a:r>
            <a:r>
              <a:rPr lang="en-US" sz="400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 </a:t>
            </a:r>
            <a:r>
              <a:rPr lang="en-US" sz="400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համակարգի</a:t>
            </a:r>
            <a:r>
              <a:rPr lang="en-US" sz="400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 </a:t>
            </a:r>
            <a:r>
              <a:rPr lang="en-US" sz="400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կառուցվածքը</a:t>
            </a:r>
            <a:endParaRPr lang="en-US" sz="4000" b="0" u="none" strike="noStrike" dirty="0" err="1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71" name="Rectangle 5"/>
          <p:cNvSpPr/>
          <p:nvPr/>
        </p:nvSpPr>
        <p:spPr>
          <a:xfrm>
            <a:off x="1051560" y="4316040"/>
            <a:ext cx="1371240" cy="50400"/>
          </a:xfrm>
          <a:prstGeom prst="rect">
            <a:avLst/>
          </a:prstGeom>
          <a:solidFill>
            <a:srgbClr val="D9832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1051560" y="4617720"/>
            <a:ext cx="10058040" cy="27699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Դասախոսություն</a:t>
            </a:r>
            <a:r>
              <a:rPr lang="en-US" sz="18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1 / 16   ·   80 </a:t>
            </a:r>
            <a:r>
              <a:rPr lang="en-US" sz="18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րոպե</a:t>
            </a:r>
            <a:r>
              <a:rPr lang="en-US" sz="18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  ·   </a:t>
            </a:r>
            <a:r>
              <a:rPr lang="en-US" sz="18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Բաժին</a:t>
            </a:r>
            <a:r>
              <a:rPr lang="en-US" sz="18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Ա. </a:t>
            </a:r>
            <a:r>
              <a:rPr lang="en-US" sz="18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Հիմունքներ</a:t>
            </a:r>
            <a:endParaRPr lang="en-US" sz="1800" b="0" u="none" strike="noStrike" dirty="0" err="1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1051560" y="5257800"/>
            <a:ext cx="10058040" cy="61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40000"/>
              </a:lnSpc>
            </a:pPr>
            <a:r>
              <a:rPr lang="en-US" sz="150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Բակալավրիատ</a:t>
            </a:r>
            <a:r>
              <a:rPr lang="en-US" sz="15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· </a:t>
            </a:r>
            <a:r>
              <a:rPr lang="en-US" sz="150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Էլեկտրատեխնիկա</a:t>
            </a:r>
            <a:r>
              <a:rPr lang="en-US" sz="15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· 7-րդ </a:t>
            </a:r>
            <a:r>
              <a:rPr lang="en-US" sz="150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կիսամյակ</a:t>
            </a: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defTabSz="457200">
              <a:lnSpc>
                <a:spcPct val="140000"/>
              </a:lnSpc>
            </a:pPr>
            <a:r>
              <a:rPr lang="en-US" sz="150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Էներգետիկայի</a:t>
            </a:r>
            <a:r>
              <a:rPr lang="en-US" sz="15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և </a:t>
            </a:r>
            <a:r>
              <a:rPr lang="en-US" sz="150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էլեկտրատեխնիկայի</a:t>
            </a:r>
            <a:r>
              <a:rPr lang="en-US" sz="15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50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ինստիտուտ</a:t>
            </a: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A1F2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75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76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Ghea Grapalat"/>
              </a:rPr>
              <a:t>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77" name="TextBox 4"/>
          <p:cNvSpPr/>
          <p:nvPr/>
        </p:nvSpPr>
        <p:spPr>
          <a:xfrm>
            <a:off x="658440" y="274320"/>
            <a:ext cx="10874520" cy="18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D98324"/>
                </a:solidFill>
                <a:effectLst/>
                <a:uFillTx/>
                <a:latin typeface="Ghea Grapalat"/>
              </a:rPr>
              <a:t>Ակնարկ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78" name="TextBox 5"/>
          <p:cNvSpPr/>
          <p:nvPr/>
        </p:nvSpPr>
        <p:spPr>
          <a:xfrm>
            <a:off x="658440" y="1737360"/>
            <a:ext cx="10058040" cy="2355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2000"/>
              </a:lnSpc>
            </a:pPr>
            <a:r>
              <a:rPr lang="en-US" sz="4600" b="1" u="none" strike="noStrike">
                <a:solidFill>
                  <a:srgbClr val="F7F5F1"/>
                </a:solidFill>
                <a:effectLst/>
                <a:uFillTx/>
                <a:latin typeface="Ghea Grapalat"/>
              </a:rPr>
              <a:t>Շարժիչը, որը շարքից դուրս եկավ անհրաժեշտ հսկողության պայմաններում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79" name="Rectangle 6"/>
          <p:cNvSpPr/>
          <p:nvPr/>
        </p:nvSpPr>
        <p:spPr>
          <a:xfrm>
            <a:off x="658440" y="4114800"/>
            <a:ext cx="1371240" cy="50400"/>
          </a:xfrm>
          <a:prstGeom prst="rect">
            <a:avLst/>
          </a:prstGeom>
          <a:solidFill>
            <a:srgbClr val="D9832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80" name="TextBox 7"/>
          <p:cNvSpPr/>
          <p:nvPr/>
        </p:nvSpPr>
        <p:spPr>
          <a:xfrm>
            <a:off x="658440" y="4434840"/>
            <a:ext cx="10515240" cy="32316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100" b="0" u="none" strike="noStrike">
                <a:solidFill>
                  <a:srgbClr val="B8C0C6"/>
                </a:solidFill>
                <a:effectLst/>
                <a:uFillTx/>
                <a:latin typeface="Ghea Grapalat"/>
              </a:rPr>
              <a:t>1500 պտ/րոպե ասինխրոն շարժիչ։ Վիբրացիաների տվիչ։  6 շաբաթվա տվյալներ։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A1F2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82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83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Ghea Grapalat"/>
              </a:rPr>
              <a:t>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658440" y="274320"/>
            <a:ext cx="10874520" cy="171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2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Ի՞ՆՉ ԷՐ ՑՈՒՅՑ ՏԱԼԻՍ ԷԿՐԱՆԸ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658440" y="713160"/>
            <a:ext cx="10058040" cy="51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F7F5F1"/>
                </a:solidFill>
                <a:effectLst/>
                <a:uFillTx/>
                <a:latin typeface="Ghea Grapalat"/>
              </a:rPr>
              <a:t>Վեց շաբաթ՝ սահուն աշխատանք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86" name="Rectangle 6"/>
          <p:cNvSpPr/>
          <p:nvPr/>
        </p:nvSpPr>
        <p:spPr>
          <a:xfrm>
            <a:off x="658440" y="3794760"/>
            <a:ext cx="9875160" cy="12240"/>
          </a:xfrm>
          <a:prstGeom prst="rect">
            <a:avLst/>
          </a:prstGeom>
          <a:solidFill>
            <a:srgbClr val="6B768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400" rIns="90000" bIns="-324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87" name="Freeform 7"/>
          <p:cNvSpPr/>
          <p:nvPr/>
        </p:nvSpPr>
        <p:spPr>
          <a:xfrm>
            <a:off x="658440" y="3098520"/>
            <a:ext cx="8777880" cy="357120"/>
          </a:xfrm>
          <a:custGeom>
            <a:avLst/>
            <a:gdLst>
              <a:gd name="textAreaLeft" fmla="*/ 0 w 8777880"/>
              <a:gd name="textAreaRight" fmla="*/ 8778240 w 8777880"/>
              <a:gd name="textAreaTop" fmla="*/ 0 h 357120"/>
              <a:gd name="textAreaBottom" fmla="*/ 357480 h 357120"/>
            </a:gdLst>
            <a:ahLst/>
            <a:cxnLst/>
            <a:rect l="textAreaLeft" t="textAreaTop" r="textAreaRight" b="textAreaBottom"/>
            <a:pathLst>
              <a:path w="8778240" h="357542">
                <a:moveTo>
                  <a:pt x="0" y="312242"/>
                </a:moveTo>
                <a:lnTo>
                  <a:pt x="146304" y="357542"/>
                </a:lnTo>
                <a:lnTo>
                  <a:pt x="292608" y="290246"/>
                </a:lnTo>
                <a:lnTo>
                  <a:pt x="438912" y="251964"/>
                </a:lnTo>
                <a:lnTo>
                  <a:pt x="585216" y="318803"/>
                </a:lnTo>
                <a:lnTo>
                  <a:pt x="731520" y="329539"/>
                </a:lnTo>
                <a:lnTo>
                  <a:pt x="877824" y="249611"/>
                </a:lnTo>
                <a:lnTo>
                  <a:pt x="1024128" y="249150"/>
                </a:lnTo>
                <a:lnTo>
                  <a:pt x="1170432" y="318874"/>
                </a:lnTo>
                <a:lnTo>
                  <a:pt x="1316736" y="291046"/>
                </a:lnTo>
                <a:lnTo>
                  <a:pt x="1463040" y="218171"/>
                </a:lnTo>
                <a:lnTo>
                  <a:pt x="1609344" y="254456"/>
                </a:lnTo>
                <a:lnTo>
                  <a:pt x="1755648" y="307659"/>
                </a:lnTo>
                <a:lnTo>
                  <a:pt x="1901952" y="247342"/>
                </a:lnTo>
                <a:lnTo>
                  <a:pt x="2048256" y="199360"/>
                </a:lnTo>
                <a:lnTo>
                  <a:pt x="2194560" y="261719"/>
                </a:lnTo>
                <a:lnTo>
                  <a:pt x="2340864" y="283310"/>
                </a:lnTo>
                <a:lnTo>
                  <a:pt x="2487168" y="205065"/>
                </a:lnTo>
                <a:lnTo>
                  <a:pt x="2633472" y="193315"/>
                </a:lnTo>
                <a:lnTo>
                  <a:pt x="2779776" y="264266"/>
                </a:lnTo>
                <a:lnTo>
                  <a:pt x="2926080" y="247410"/>
                </a:lnTo>
                <a:lnTo>
                  <a:pt x="3072384" y="170481"/>
                </a:lnTo>
                <a:lnTo>
                  <a:pt x="3218688" y="196838"/>
                </a:lnTo>
                <a:lnTo>
                  <a:pt x="3364992" y="256653"/>
                </a:lnTo>
                <a:lnTo>
                  <a:pt x="3511296" y="204560"/>
                </a:lnTo>
                <a:lnTo>
                  <a:pt x="3657600" y="147846"/>
                </a:lnTo>
                <a:lnTo>
                  <a:pt x="3803904" y="204232"/>
                </a:lnTo>
                <a:lnTo>
                  <a:pt x="3950208" y="236094"/>
                </a:lnTo>
                <a:lnTo>
                  <a:pt x="4096512" y="161175"/>
                </a:lnTo>
                <a:lnTo>
                  <a:pt x="4242816" y="138297"/>
                </a:lnTo>
                <a:lnTo>
                  <a:pt x="4389120" y="208789"/>
                </a:lnTo>
                <a:lnTo>
                  <a:pt x="4535424" y="203180"/>
                </a:lnTo>
                <a:lnTo>
                  <a:pt x="4681728" y="123812"/>
                </a:lnTo>
                <a:lnTo>
                  <a:pt x="4828032" y="139551"/>
                </a:lnTo>
                <a:lnTo>
                  <a:pt x="4974336" y="204541"/>
                </a:lnTo>
                <a:lnTo>
                  <a:pt x="5120640" y="161732"/>
                </a:lnTo>
                <a:lnTo>
                  <a:pt x="5266944" y="97451"/>
                </a:lnTo>
                <a:lnTo>
                  <a:pt x="5413248" y="146502"/>
                </a:lnTo>
                <a:lnTo>
                  <a:pt x="5559552" y="187821"/>
                </a:lnTo>
                <a:lnTo>
                  <a:pt x="5705856" y="117801"/>
                </a:lnTo>
                <a:lnTo>
                  <a:pt x="5852160" y="84203"/>
                </a:lnTo>
                <a:lnTo>
                  <a:pt x="5998464" y="152559"/>
                </a:lnTo>
                <a:lnTo>
                  <a:pt x="6144768" y="158220"/>
                </a:lnTo>
                <a:lnTo>
                  <a:pt x="6291072" y="78083"/>
                </a:lnTo>
                <a:lnTo>
                  <a:pt x="6437376" y="82750"/>
                </a:lnTo>
                <a:lnTo>
                  <a:pt x="6583680" y="151363"/>
                </a:lnTo>
                <a:lnTo>
                  <a:pt x="6729984" y="118693"/>
                </a:lnTo>
                <a:lnTo>
                  <a:pt x="6876288" y="48177"/>
                </a:lnTo>
                <a:lnTo>
                  <a:pt x="7022592" y="88696"/>
                </a:lnTo>
                <a:lnTo>
                  <a:pt x="7168896" y="138448"/>
                </a:lnTo>
                <a:lnTo>
                  <a:pt x="7315200" y="74786"/>
                </a:lnTo>
                <a:lnTo>
                  <a:pt x="7461504" y="31117"/>
                </a:lnTo>
                <a:lnTo>
                  <a:pt x="7607808" y="95710"/>
                </a:lnTo>
                <a:lnTo>
                  <a:pt x="7754112" y="112412"/>
                </a:lnTo>
                <a:lnTo>
                  <a:pt x="7900416" y="33193"/>
                </a:lnTo>
                <a:lnTo>
                  <a:pt x="8046720" y="26582"/>
                </a:lnTo>
                <a:lnTo>
                  <a:pt x="8193024" y="97183"/>
                </a:lnTo>
                <a:lnTo>
                  <a:pt x="8339328" y="75278"/>
                </a:lnTo>
                <a:lnTo>
                  <a:pt x="8485632" y="0"/>
                </a:lnTo>
                <a:lnTo>
                  <a:pt x="8631936" y="30981"/>
                </a:lnTo>
                <a:lnTo>
                  <a:pt x="8778240" y="87953"/>
                </a:lnTo>
              </a:path>
            </a:pathLst>
          </a:custGeom>
          <a:noFill/>
          <a:ln w="317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88" name="TextBox 8"/>
          <p:cNvSpPr/>
          <p:nvPr/>
        </p:nvSpPr>
        <p:spPr>
          <a:xfrm>
            <a:off x="658440" y="4224600"/>
            <a:ext cx="8686440" cy="2462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0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20 </a:t>
            </a:r>
            <a:r>
              <a:rPr lang="en-US" sz="1600" dirty="0" err="1">
                <a:solidFill>
                  <a:srgbClr val="0E7C86"/>
                </a:solidFill>
                <a:latin typeface="Ghea Grapalat"/>
              </a:rPr>
              <a:t>Հց</a:t>
            </a:r>
            <a:r>
              <a:rPr lang="en-US" sz="1600" b="0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  ·  ամպլիտուդը </a:t>
            </a:r>
            <a:r>
              <a:rPr lang="en-US" sz="1600" b="0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դանդաղ</a:t>
            </a:r>
            <a:r>
              <a:rPr lang="en-US" sz="1600" b="0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աճում</a:t>
            </a:r>
            <a:r>
              <a:rPr lang="en-US" sz="1600" b="0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 է  ·  </a:t>
            </a:r>
            <a:r>
              <a:rPr lang="en-US" sz="1600" b="0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ընկալվել</a:t>
            </a:r>
            <a:r>
              <a:rPr lang="en-US" sz="1600" b="0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 է որպես </a:t>
            </a:r>
            <a:r>
              <a:rPr lang="en-US" sz="1600" b="0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բնականոն</a:t>
            </a:r>
            <a:r>
              <a:rPr lang="en-US" sz="1600" b="0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բեռ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89" name="Freeform 9"/>
          <p:cNvSpPr/>
          <p:nvPr/>
        </p:nvSpPr>
        <p:spPr>
          <a:xfrm>
            <a:off x="9436680" y="1463040"/>
            <a:ext cx="566640" cy="2057040"/>
          </a:xfrm>
          <a:custGeom>
            <a:avLst/>
            <a:gdLst>
              <a:gd name="textAreaLeft" fmla="*/ 0 w 566640"/>
              <a:gd name="textAreaRight" fmla="*/ 567000 w 566640"/>
              <a:gd name="textAreaTop" fmla="*/ 0 h 2057040"/>
              <a:gd name="textAreaBottom" fmla="*/ 2057400 h 2057040"/>
            </a:gdLst>
            <a:ahLst/>
            <a:cxnLst/>
            <a:rect l="textAreaLeft" t="textAreaTop" r="textAreaRight" b="textAreaBottom"/>
            <a:pathLst>
              <a:path w="566928" h="2057400">
                <a:moveTo>
                  <a:pt x="0" y="1673352"/>
                </a:moveTo>
                <a:lnTo>
                  <a:pt x="274320" y="0"/>
                </a:lnTo>
                <a:lnTo>
                  <a:pt x="566928" y="2057400"/>
                </a:lnTo>
              </a:path>
            </a:pathLst>
          </a:custGeom>
          <a:noFill/>
          <a:ln w="38100">
            <a:solidFill>
              <a:srgbClr val="C0392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90" name="TextBox 10"/>
          <p:cNvSpPr/>
          <p:nvPr/>
        </p:nvSpPr>
        <p:spPr>
          <a:xfrm>
            <a:off x="10149840" y="1417320"/>
            <a:ext cx="2194200" cy="1723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20" b="1" u="none" strike="noStrike">
                <a:solidFill>
                  <a:srgbClr val="C0392B"/>
                </a:solidFill>
                <a:effectLst/>
                <a:uFillTx/>
                <a:latin typeface="Ghea Grapalat"/>
              </a:rPr>
              <a:t>7-ՐԴ ՇԱԲԱԹ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91" name="TextBox 11"/>
          <p:cNvSpPr/>
          <p:nvPr/>
        </p:nvSpPr>
        <p:spPr>
          <a:xfrm>
            <a:off x="9997800" y="1696720"/>
            <a:ext cx="2118000" cy="8442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t">
            <a:spAutoFit/>
          </a:bodyPr>
          <a:lstStyle/>
          <a:p>
            <a:pPr defTabSz="457200">
              <a:lnSpc>
                <a:spcPct val="125000"/>
              </a:lnSpc>
            </a:pPr>
            <a:r>
              <a:rPr lang="en-US" sz="1500" b="1" u="none" strike="noStrike" dirty="0" err="1">
                <a:solidFill>
                  <a:srgbClr val="C0392B"/>
                </a:solidFill>
                <a:effectLst/>
                <a:uFillTx/>
                <a:latin typeface="Ghea Grapalat"/>
              </a:rPr>
              <a:t>առանցքակալը</a:t>
            </a:r>
            <a:r>
              <a:rPr lang="en-US" sz="1500" b="1" u="none" strike="noStrike" dirty="0">
                <a:solidFill>
                  <a:srgbClr val="C0392B"/>
                </a:solidFill>
                <a:effectLst/>
                <a:uFillTx/>
                <a:latin typeface="Ghea Grapalat"/>
              </a:rPr>
              <a:t> </a:t>
            </a:r>
            <a:r>
              <a:rPr lang="en-US" sz="1500" b="1" u="none" strike="noStrike" dirty="0" err="1">
                <a:solidFill>
                  <a:srgbClr val="C0392B"/>
                </a:solidFill>
                <a:effectLst/>
                <a:uFillTx/>
                <a:latin typeface="Ghea Grapalat"/>
              </a:rPr>
              <a:t>խցանվեց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defTabSz="457200">
              <a:lnSpc>
                <a:spcPct val="125000"/>
              </a:lnSpc>
            </a:pPr>
            <a:r>
              <a:rPr lang="en-US" sz="1500" b="1" u="none" strike="noStrike" dirty="0" err="1">
                <a:solidFill>
                  <a:srgbClr val="C0392B"/>
                </a:solidFill>
                <a:effectLst/>
                <a:uFillTx/>
                <a:latin typeface="Ghea Grapalat"/>
              </a:rPr>
              <a:t>շարժիչը</a:t>
            </a:r>
            <a:r>
              <a:rPr lang="en-US" sz="1500" b="1" u="none" strike="noStrike" dirty="0">
                <a:solidFill>
                  <a:srgbClr val="C0392B"/>
                </a:solidFill>
                <a:effectLst/>
                <a:uFillTx/>
                <a:latin typeface="Ghea Grapalat"/>
              </a:rPr>
              <a:t> </a:t>
            </a:r>
            <a:r>
              <a:rPr lang="en-US" sz="1500" b="1" u="none" strike="noStrike" dirty="0" err="1">
                <a:solidFill>
                  <a:srgbClr val="C0392B"/>
                </a:solidFill>
                <a:effectLst/>
                <a:uFillTx/>
                <a:latin typeface="Ghea Grapalat"/>
              </a:rPr>
              <a:t>փչացավ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92" name="TextBox 12"/>
          <p:cNvSpPr/>
          <p:nvPr/>
        </p:nvSpPr>
        <p:spPr>
          <a:xfrm>
            <a:off x="658440" y="3922920"/>
            <a:ext cx="1828440" cy="1723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2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1-ին շաբաթ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94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95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96" name="TextBox 4"/>
          <p:cNvSpPr/>
          <p:nvPr/>
        </p:nvSpPr>
        <p:spPr>
          <a:xfrm>
            <a:off x="658440" y="475560"/>
            <a:ext cx="10874520" cy="47089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06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Ոչինչ չի խափանվել</a:t>
            </a:r>
            <a:endParaRPr lang="en-US" sz="306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97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98" name="TextBox 6"/>
          <p:cNvSpPr/>
          <p:nvPr/>
        </p:nvSpPr>
        <p:spPr>
          <a:xfrm>
            <a:off x="658440" y="1353240"/>
            <a:ext cx="10874520" cy="23544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30" b="0" i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Հետագա քննությունը ստուգել է բոլոր բաղադրիչները</a:t>
            </a:r>
            <a:endParaRPr lang="en-US" sz="153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99" name="Rounded Rectangle 7"/>
          <p:cNvSpPr/>
          <p:nvPr/>
        </p:nvSpPr>
        <p:spPr>
          <a:xfrm>
            <a:off x="658440" y="1965960"/>
            <a:ext cx="370296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Աքսելերոմետրը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00" name="TextBox 8"/>
          <p:cNvSpPr/>
          <p:nvPr/>
        </p:nvSpPr>
        <p:spPr>
          <a:xfrm>
            <a:off x="4636080" y="2094120"/>
            <a:ext cx="365400" cy="33855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✓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01" name="TextBox 9"/>
          <p:cNvSpPr/>
          <p:nvPr/>
        </p:nvSpPr>
        <p:spPr>
          <a:xfrm>
            <a:off x="5184720" y="2148840"/>
            <a:ext cx="5943240" cy="2523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4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համապատասխանում էր datasheet-ի բոլոր թվերին</a:t>
            </a:r>
            <a:endParaRPr lang="en-US" sz="164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02" name="Rounded Rectangle 10"/>
          <p:cNvSpPr/>
          <p:nvPr/>
        </p:nvSpPr>
        <p:spPr>
          <a:xfrm>
            <a:off x="658440" y="2752200"/>
            <a:ext cx="370296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Տպասալիկը (Плата)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03" name="TextBox 11"/>
          <p:cNvSpPr/>
          <p:nvPr/>
        </p:nvSpPr>
        <p:spPr>
          <a:xfrm>
            <a:off x="4636080" y="2880360"/>
            <a:ext cx="365400" cy="33855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✓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04" name="TextBox 12"/>
          <p:cNvSpPr/>
          <p:nvPr/>
        </p:nvSpPr>
        <p:spPr>
          <a:xfrm>
            <a:off x="5184720" y="2935080"/>
            <a:ext cx="5943240" cy="2339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2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անսարքություն չհայտնաբերվեց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05" name="Rounded Rectangle 13"/>
          <p:cNvSpPr/>
          <p:nvPr/>
        </p:nvSpPr>
        <p:spPr>
          <a:xfrm>
            <a:off x="658440" y="3538800"/>
            <a:ext cx="370296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Ծրագրային ապահովումը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06" name="TextBox 14"/>
          <p:cNvSpPr/>
          <p:nvPr/>
        </p:nvSpPr>
        <p:spPr>
          <a:xfrm>
            <a:off x="4636080" y="3666600"/>
            <a:ext cx="365400" cy="33855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✓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07" name="TextBox 15"/>
          <p:cNvSpPr/>
          <p:nvPr/>
        </p:nvSpPr>
        <p:spPr>
          <a:xfrm>
            <a:off x="5184720" y="3721680"/>
            <a:ext cx="5943240" cy="2339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2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սխալ չհայտնաբերվեց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08" name="Rounded Rectangle 16"/>
          <p:cNvSpPr/>
          <p:nvPr/>
        </p:nvSpPr>
        <p:spPr>
          <a:xfrm>
            <a:off x="658440" y="4325040"/>
            <a:ext cx="370296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Տվյալների գրանցման բլոկը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09" name="TextBox 17"/>
          <p:cNvSpPr/>
          <p:nvPr/>
        </p:nvSpPr>
        <p:spPr>
          <a:xfrm>
            <a:off x="4636080" y="4453200"/>
            <a:ext cx="365400" cy="33855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✓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10" name="TextBox 18"/>
          <p:cNvSpPr/>
          <p:nvPr/>
        </p:nvSpPr>
        <p:spPr>
          <a:xfrm>
            <a:off x="5184720" y="4507920"/>
            <a:ext cx="5943240" cy="24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գրանցել է ամեն մի նմուշ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11" name="Rounded Rectangle 19"/>
          <p:cNvSpPr/>
          <p:nvPr/>
        </p:nvSpPr>
        <p:spPr>
          <a:xfrm>
            <a:off x="658440" y="5111640"/>
            <a:ext cx="370296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Վերահսկող ինժեները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12" name="TextBox 20"/>
          <p:cNvSpPr/>
          <p:nvPr/>
        </p:nvSpPr>
        <p:spPr>
          <a:xfrm>
            <a:off x="4636080" y="5239440"/>
            <a:ext cx="365400" cy="33855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✓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13" name="TextBox 21"/>
          <p:cNvSpPr/>
          <p:nvPr/>
        </p:nvSpPr>
        <p:spPr>
          <a:xfrm>
            <a:off x="5184720" y="5294520"/>
            <a:ext cx="5943240" cy="24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ամեն շաբաթ նայել է էկրանին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115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16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17" name="TextBox 4"/>
          <p:cNvSpPr/>
          <p:nvPr/>
        </p:nvSpPr>
        <p:spPr>
          <a:xfrm>
            <a:off x="658440" y="274320"/>
            <a:ext cx="10874520" cy="18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D98324"/>
                </a:solidFill>
                <a:effectLst/>
                <a:uFillTx/>
                <a:latin typeface="Ghea Grapalat"/>
              </a:rPr>
              <a:t>ՀԱՐՑՈՒՄ 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18" name="TextBox 5"/>
          <p:cNvSpPr/>
          <p:nvPr/>
        </p:nvSpPr>
        <p:spPr>
          <a:xfrm>
            <a:off x="658440" y="658440"/>
            <a:ext cx="10874520" cy="44807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20000"/>
              </a:lnSpc>
            </a:pPr>
            <a:r>
              <a:rPr lang="en-US" sz="26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Որտե՞ղ էր սխալը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19" name="Rounded Rectangle 6"/>
          <p:cNvSpPr/>
          <p:nvPr/>
        </p:nvSpPr>
        <p:spPr>
          <a:xfrm>
            <a:off x="658440" y="2057400"/>
            <a:ext cx="10874520" cy="548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20" name="TextBox 7"/>
          <p:cNvSpPr/>
          <p:nvPr/>
        </p:nvSpPr>
        <p:spPr>
          <a:xfrm>
            <a:off x="859680" y="2176200"/>
            <a:ext cx="45684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21" name="TextBox 8"/>
          <p:cNvSpPr/>
          <p:nvPr/>
        </p:nvSpPr>
        <p:spPr>
          <a:xfrm>
            <a:off x="1371600" y="2185560"/>
            <a:ext cx="9868680" cy="213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Աքսելերոմետրը չափազանց էժան էր արդյունաբերական կիրառության համար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22" name="Rounded Rectangle 9"/>
          <p:cNvSpPr/>
          <p:nvPr/>
        </p:nvSpPr>
        <p:spPr>
          <a:xfrm>
            <a:off x="658440" y="2706480"/>
            <a:ext cx="10874520" cy="548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23" name="TextBox 10"/>
          <p:cNvSpPr/>
          <p:nvPr/>
        </p:nvSpPr>
        <p:spPr>
          <a:xfrm>
            <a:off x="859680" y="2825640"/>
            <a:ext cx="45684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24" name="TextBox 11"/>
          <p:cNvSpPr/>
          <p:nvPr/>
        </p:nvSpPr>
        <p:spPr>
          <a:xfrm>
            <a:off x="1371600" y="2834640"/>
            <a:ext cx="9868680" cy="2154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Ծրագրում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սխալ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կար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,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որը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ոչ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ոք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չգտավ</a:t>
            </a:r>
            <a:endParaRPr lang="en-US" sz="1400" b="0" u="none" strike="noStrike" dirty="0" err="1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25" name="Rounded Rectangle 12"/>
          <p:cNvSpPr/>
          <p:nvPr/>
        </p:nvSpPr>
        <p:spPr>
          <a:xfrm>
            <a:off x="658440" y="3355920"/>
            <a:ext cx="10874520" cy="548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26" name="TextBox 13"/>
          <p:cNvSpPr/>
          <p:nvPr/>
        </p:nvSpPr>
        <p:spPr>
          <a:xfrm>
            <a:off x="859680" y="3474720"/>
            <a:ext cx="45684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27" name="TextBox 14"/>
          <p:cNvSpPr/>
          <p:nvPr/>
        </p:nvSpPr>
        <p:spPr>
          <a:xfrm>
            <a:off x="1371600" y="3483720"/>
            <a:ext cx="9868680" cy="2154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Ոչ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ոք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չսահմանեց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նմուշառման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հաճախությունը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՝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ելնելով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վնասվածքի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հաճախությունից</a:t>
            </a:r>
            <a:endParaRPr lang="en-US" sz="1400" b="0" u="none" strike="noStrike" dirty="0" err="1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28" name="Rounded Rectangle 15"/>
          <p:cNvSpPr/>
          <p:nvPr/>
        </p:nvSpPr>
        <p:spPr>
          <a:xfrm>
            <a:off x="658440" y="4005000"/>
            <a:ext cx="10874520" cy="548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29" name="TextBox 16"/>
          <p:cNvSpPr/>
          <p:nvPr/>
        </p:nvSpPr>
        <p:spPr>
          <a:xfrm>
            <a:off x="859680" y="4123800"/>
            <a:ext cx="45684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30" name="TextBox 17"/>
          <p:cNvSpPr/>
          <p:nvPr/>
        </p:nvSpPr>
        <p:spPr>
          <a:xfrm>
            <a:off x="1371600" y="4173800"/>
            <a:ext cx="9868680" cy="21390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90" b="0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Առանցքակալի մաշվածությունը հնարավոր չէ հայտնաբերել թրթռման միջոցով</a:t>
            </a:r>
            <a:endParaRPr lang="en-US" sz="139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31" name="Rounded Rectangle 18"/>
          <p:cNvSpPr/>
          <p:nvPr/>
        </p:nvSpPr>
        <p:spPr>
          <a:xfrm>
            <a:off x="658440" y="4654440"/>
            <a:ext cx="10874520" cy="548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32" name="TextBox 19"/>
          <p:cNvSpPr/>
          <p:nvPr/>
        </p:nvSpPr>
        <p:spPr>
          <a:xfrm>
            <a:off x="859680" y="4773240"/>
            <a:ext cx="45684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33" name="TextBox 20"/>
          <p:cNvSpPr/>
          <p:nvPr/>
        </p:nvSpPr>
        <p:spPr>
          <a:xfrm>
            <a:off x="1371600" y="4822880"/>
            <a:ext cx="9868680" cy="2154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Սպասարկող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խումբը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անտեսեց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աճող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միտումը</a:t>
            </a:r>
            <a:endParaRPr lang="en-US" sz="1400" b="0" u="none" strike="noStrike" dirty="0" err="1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135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36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37" name="TextBox 4"/>
          <p:cNvSpPr/>
          <p:nvPr/>
        </p:nvSpPr>
        <p:spPr>
          <a:xfrm>
            <a:off x="658440" y="475560"/>
            <a:ext cx="10874520" cy="51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Որն է այս դասընթացի նպատակը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38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139" name="TextBox 6"/>
          <p:cNvSpPr/>
          <p:nvPr/>
        </p:nvSpPr>
        <p:spPr>
          <a:xfrm>
            <a:off x="658440" y="1353240"/>
            <a:ext cx="10874520" cy="259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և, նույնքան կարևոր՝ որն չէ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40" name="Rounded Rectangle 7"/>
          <p:cNvSpPr/>
          <p:nvPr/>
        </p:nvSpPr>
        <p:spPr>
          <a:xfrm>
            <a:off x="658440" y="2011680"/>
            <a:ext cx="5303160" cy="105120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ԱՅՍ ԴԱՍԸՆԹԱՑՆ </a:t>
            </a:r>
            <a:r>
              <a:rPr lang="en-US" sz="1700" b="1" dirty="0">
                <a:solidFill>
                  <a:schemeClr val="bg1"/>
                </a:solidFill>
                <a:latin typeface="Ghea Grapalat"/>
              </a:rPr>
              <a:t>ՎԵՐԱԲԵՐՈՒՄ</a:t>
            </a:r>
            <a:r>
              <a:rPr lang="en-US" sz="1700" b="1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en-US" sz="170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Է</a:t>
            </a:r>
            <a:endParaRPr lang="en-US" sz="1700" b="0" u="none" strike="noStrike" dirty="0">
              <a:solidFill>
                <a:srgbClr val="FFFFFF"/>
              </a:solidFill>
              <a:effectLst/>
              <a:uFillTx/>
              <a:latin typeface="Ghea Grapalat"/>
            </a:endParaRPr>
          </a:p>
        </p:txBody>
      </p:sp>
      <p:sp>
        <p:nvSpPr>
          <p:cNvPr id="141" name="TextBox 8"/>
          <p:cNvSpPr/>
          <p:nvPr/>
        </p:nvSpPr>
        <p:spPr>
          <a:xfrm>
            <a:off x="749880" y="3246120"/>
            <a:ext cx="5120280" cy="102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40000"/>
              </a:lnSpc>
            </a:pP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տվիչների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ընտրություն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defTabSz="457200">
              <a:lnSpc>
                <a:spcPct val="140000"/>
              </a:lnSpc>
            </a:pP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միացում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,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ստուգաչափում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defTabSz="457200">
              <a:lnSpc>
                <a:spcPct val="140000"/>
              </a:lnSpc>
            </a:pP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ինտեգրում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իրական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համակարգերում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։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42" name="Rounded Rectangle 9"/>
          <p:cNvSpPr/>
          <p:nvPr/>
        </p:nvSpPr>
        <p:spPr>
          <a:xfrm>
            <a:off x="6464880" y="2011680"/>
            <a:ext cx="5303160" cy="1051200"/>
          </a:xfrm>
          <a:prstGeom prst="roundRect">
            <a:avLst>
              <a:gd name="adj" fmla="val 10000"/>
            </a:avLst>
          </a:prstGeom>
          <a:solidFill>
            <a:srgbClr val="E4E2DE"/>
          </a:solidFill>
          <a:ln w="15875">
            <a:solidFill>
              <a:srgbClr val="6B768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/>
            <a:r>
              <a:rPr lang="en-US" sz="17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ԱՅՆ </a:t>
            </a:r>
            <a:r>
              <a:rPr lang="en-US" sz="1700" b="1" dirty="0">
                <a:solidFill>
                  <a:srgbClr val="1A1F24"/>
                </a:solidFill>
                <a:latin typeface="Ghea Grapalat"/>
              </a:rPr>
              <a:t>ՉԻ ՎԵՐԱԲԵՐՈՒՄ</a:t>
            </a:r>
            <a:endParaRPr lang="en-US" sz="17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43" name="TextBox 10"/>
          <p:cNvSpPr/>
          <p:nvPr/>
        </p:nvSpPr>
        <p:spPr>
          <a:xfrm>
            <a:off x="6556320" y="3246120"/>
            <a:ext cx="5120280" cy="100206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40000"/>
              </a:lnSpc>
            </a:pPr>
            <a:r>
              <a:rPr lang="en-US" sz="16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Տվիչների </a:t>
            </a:r>
            <a:r>
              <a:rPr lang="en-US" sz="1600" dirty="0" err="1">
                <a:solidFill>
                  <a:srgbClr val="6B7680"/>
                </a:solidFill>
                <a:latin typeface="Ghea Grapalat"/>
              </a:rPr>
              <a:t>արտադրությանը</a:t>
            </a:r>
            <a:r>
              <a:rPr lang="en-US" sz="16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։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defTabSz="457200">
              <a:lnSpc>
                <a:spcPct val="140000"/>
              </a:lnSpc>
            </a:pPr>
            <a:r>
              <a:rPr lang="en-US" sz="16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Արտադրությանն </a:t>
            </a:r>
            <a:r>
              <a:rPr lang="en-US" sz="160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անդրադառնում</a:t>
            </a:r>
            <a:r>
              <a:rPr lang="en-US" sz="16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ենք</a:t>
            </a:r>
            <a:r>
              <a:rPr lang="en-US" sz="16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մեկ</a:t>
            </a:r>
            <a:endParaRPr lang="en-US" sz="1600" b="0" u="none" strike="noStrike" dirty="0" err="1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defTabSz="457200">
              <a:lnSpc>
                <a:spcPct val="140000"/>
              </a:lnSpc>
            </a:pPr>
            <a:r>
              <a:rPr lang="en-US" sz="160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անգամ</a:t>
            </a:r>
            <a:r>
              <a:rPr lang="en-US" sz="16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՝ 4-րդ </a:t>
            </a:r>
            <a:r>
              <a:rPr lang="en-US" sz="160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դասախոսությունում</a:t>
            </a:r>
            <a:r>
              <a:rPr lang="en-US" sz="1600" dirty="0">
                <a:solidFill>
                  <a:srgbClr val="6B7680"/>
                </a:solidFill>
                <a:latin typeface="Ghea Grapalat"/>
              </a:rPr>
              <a:t>։</a:t>
            </a:r>
            <a:endParaRPr lang="en-US" sz="1600" b="0" u="none" strike="noStrike" dirty="0">
              <a:solidFill>
                <a:srgbClr val="6B7680"/>
              </a:solidFill>
              <a:effectLst/>
              <a:uFillTx/>
              <a:latin typeface="Ghea Grapalat"/>
            </a:endParaRPr>
          </a:p>
        </p:txBody>
      </p:sp>
      <p:sp>
        <p:nvSpPr>
          <p:cNvPr id="144" name="Rectangle 11"/>
          <p:cNvSpPr/>
          <p:nvPr/>
        </p:nvSpPr>
        <p:spPr>
          <a:xfrm>
            <a:off x="658440" y="5074920"/>
            <a:ext cx="10874520" cy="18720"/>
          </a:xfrm>
          <a:prstGeom prst="rect">
            <a:avLst/>
          </a:prstGeom>
          <a:solidFill>
            <a:srgbClr val="E4E2D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145" name="TextBox 12"/>
          <p:cNvSpPr/>
          <p:nvPr/>
        </p:nvSpPr>
        <p:spPr>
          <a:xfrm>
            <a:off x="658440" y="5349240"/>
            <a:ext cx="10874520" cy="60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25000"/>
              </a:lnSpc>
              <a:spcAft>
                <a:spcPts val="601"/>
              </a:spcAft>
            </a:pPr>
            <a:r>
              <a:rPr lang="en-US" sz="1600" b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Դասընթացի </a:t>
            </a:r>
            <a:r>
              <a:rPr lang="en-US" sz="1600" b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սկզբունքը</a:t>
            </a:r>
            <a:r>
              <a:rPr lang="en-US" sz="1600" b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՝  </a:t>
            </a:r>
            <a:r>
              <a:rPr lang="en-US" sz="1600" b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չափվող</a:t>
            </a:r>
            <a:r>
              <a:rPr lang="en-US" sz="1600" b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մեծությունը</a:t>
            </a:r>
            <a:r>
              <a:rPr lang="en-US" sz="1600" b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→ </a:t>
            </a:r>
            <a:r>
              <a:rPr lang="en-US" sz="1600" b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տվիչի</a:t>
            </a:r>
            <a:r>
              <a:rPr lang="en-US" sz="1600" b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ընտրություն</a:t>
            </a:r>
            <a:r>
              <a:rPr lang="en-US" sz="1600" b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→ </a:t>
            </a:r>
            <a:r>
              <a:rPr lang="en-US" sz="1600" b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միացում</a:t>
            </a:r>
            <a:r>
              <a:rPr lang="en-US" sz="1600" b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→ </a:t>
            </a:r>
            <a:r>
              <a:rPr lang="en-US" sz="1600" b="1" dirty="0" err="1">
                <a:solidFill>
                  <a:srgbClr val="6B7680"/>
                </a:solidFill>
                <a:latin typeface="Ghea Grapalat"/>
              </a:rPr>
              <a:t>հավաստի</a:t>
            </a:r>
            <a:r>
              <a:rPr lang="en-US" sz="1600" b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1" dirty="0">
                <a:solidFill>
                  <a:srgbClr val="6B7680"/>
                </a:solidFill>
                <a:latin typeface="Ghea Grapalat"/>
              </a:rPr>
              <a:t> </a:t>
            </a:r>
            <a:r>
              <a:rPr lang="en-US" sz="1600" b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տվյալներ</a:t>
            </a:r>
            <a:r>
              <a:rPr lang="en-US" sz="1600" b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→ </a:t>
            </a:r>
            <a:r>
              <a:rPr lang="en-US" sz="1600" b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ստուգաչափում</a:t>
            </a:r>
            <a:r>
              <a:rPr lang="en-US" sz="1600" b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→ </a:t>
            </a:r>
            <a:r>
              <a:rPr lang="en-US" sz="1600" b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մշակում</a:t>
            </a:r>
            <a:r>
              <a:rPr lang="en-US" sz="1600" b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կամ</a:t>
            </a:r>
            <a:r>
              <a:rPr lang="en-US" sz="1600" b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միավորում</a:t>
            </a:r>
            <a:r>
              <a:rPr lang="en-US" sz="1600" b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→ </a:t>
            </a:r>
            <a:r>
              <a:rPr lang="en-US" sz="1600" b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ինտեգրում</a:t>
            </a:r>
            <a:r>
              <a:rPr lang="en-US" sz="1600" b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։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147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48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49" name="TextBox 4"/>
          <p:cNvSpPr/>
          <p:nvPr/>
        </p:nvSpPr>
        <p:spPr>
          <a:xfrm>
            <a:off x="658440" y="475560"/>
            <a:ext cx="10874520" cy="482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16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Դասընթացի վերջում դուք կկարողանաք…</a:t>
            </a:r>
            <a:endParaRPr lang="en-US" sz="316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50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151" name="TextBox 6"/>
          <p:cNvSpPr/>
          <p:nvPr/>
        </p:nvSpPr>
        <p:spPr>
          <a:xfrm>
            <a:off x="658440" y="2002680"/>
            <a:ext cx="639720" cy="4001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DCEDEF"/>
                </a:solidFill>
                <a:effectLst/>
                <a:uFillTx/>
                <a:latin typeface="Ghea Grapalat"/>
              </a:rPr>
              <a:t>01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52" name="TextBox 7"/>
          <p:cNvSpPr/>
          <p:nvPr/>
        </p:nvSpPr>
        <p:spPr>
          <a:xfrm>
            <a:off x="1435680" y="2057760"/>
            <a:ext cx="1828440" cy="33855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ԳԾԵԼ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53" name="TextBox 8"/>
          <p:cNvSpPr/>
          <p:nvPr/>
        </p:nvSpPr>
        <p:spPr>
          <a:xfrm>
            <a:off x="3488000" y="2003480"/>
            <a:ext cx="8137800" cy="63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30000"/>
              </a:lnSpc>
            </a:pP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  <a:ea typeface="Noto Sans CJK SC"/>
              </a:rPr>
              <a:t>ֆիզիկական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  <a:ea typeface="Noto Sans CJK SC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  <a:ea typeface="Noto Sans CJK SC"/>
              </a:rPr>
              <a:t>մեծությունից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  <a:ea typeface="Noto Sans CJK SC"/>
              </a:rPr>
              <a:t> մինչև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  <a:ea typeface="Noto Sans CJK SC"/>
              </a:rPr>
              <a:t>գրանցված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  <a:ea typeface="Noto Sans CJK SC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  <a:ea typeface="Noto Sans CJK SC"/>
              </a:rPr>
              <a:t>թիվ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  <a:ea typeface="Noto Sans CJK SC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ուղին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, և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ասել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՝ որտեղ է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կորչում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տեղեկույթը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։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54" name="TextBox 9"/>
          <p:cNvSpPr/>
          <p:nvPr/>
        </p:nvSpPr>
        <p:spPr>
          <a:xfrm>
            <a:off x="658440" y="2971800"/>
            <a:ext cx="639720" cy="4001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DCEDEF"/>
                </a:solidFill>
                <a:effectLst/>
                <a:uFillTx/>
                <a:latin typeface="Ghea Grapalat"/>
              </a:rPr>
              <a:t>02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55" name="TextBox 10"/>
          <p:cNvSpPr/>
          <p:nvPr/>
        </p:nvSpPr>
        <p:spPr>
          <a:xfrm>
            <a:off x="1435680" y="3026520"/>
            <a:ext cx="1950360" cy="33855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dirty="0">
                <a:solidFill>
                  <a:srgbClr val="0E7C86"/>
                </a:solidFill>
                <a:latin typeface="Ghea Grapalat"/>
              </a:rPr>
              <a:t>ՏԱՐԲԵՐԱԿԵԼ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56" name="TextBox 11"/>
          <p:cNvSpPr/>
          <p:nvPr/>
        </p:nvSpPr>
        <p:spPr>
          <a:xfrm>
            <a:off x="3488000" y="3023760"/>
            <a:ext cx="8283290" cy="29354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t">
            <a:spAutoFit/>
          </a:bodyPr>
          <a:lstStyle/>
          <a:p>
            <a:pPr defTabSz="457200">
              <a:lnSpc>
                <a:spcPct val="130000"/>
              </a:lnSpc>
            </a:pP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անծանոթ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սարքը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՝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տվիչ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,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փոխակերպիչ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թե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ակտուատոր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— և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որոշել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չափվող</a:t>
            </a:r>
            <a:r>
              <a:rPr lang="en-US" sz="1600" dirty="0">
                <a:solidFill>
                  <a:srgbClr val="1A1F24"/>
                </a:solidFill>
                <a:latin typeface="Ghea Grapalat"/>
              </a:rPr>
              <a:t> 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մեծությունը</a:t>
            </a:r>
            <a:endParaRPr lang="en-US" sz="1600" b="0" u="none" strike="noStrike" dirty="0" err="1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57" name="TextBox 12"/>
          <p:cNvSpPr/>
          <p:nvPr/>
        </p:nvSpPr>
        <p:spPr>
          <a:xfrm>
            <a:off x="658440" y="3940920"/>
            <a:ext cx="639720" cy="4001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DCEDEF"/>
                </a:solidFill>
                <a:effectLst/>
                <a:uFillTx/>
                <a:latin typeface="Ghea Grapalat"/>
              </a:rPr>
              <a:t>03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58" name="TextBox 13"/>
          <p:cNvSpPr/>
          <p:nvPr/>
        </p:nvSpPr>
        <p:spPr>
          <a:xfrm>
            <a:off x="1435680" y="4026480"/>
            <a:ext cx="1828440" cy="3139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4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ԳՈՒՇԱԿԵԼ</a:t>
            </a:r>
            <a:endParaRPr lang="en-US" sz="204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59" name="TextBox 14"/>
          <p:cNvSpPr/>
          <p:nvPr/>
        </p:nvSpPr>
        <p:spPr>
          <a:xfrm>
            <a:off x="3498160" y="3942080"/>
            <a:ext cx="8137800" cy="61427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30000"/>
              </a:lnSpc>
            </a:pP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մասշտաբման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օրենքներից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՝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ինչու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են MEMS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սարքերն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արագ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— և թե որ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պարամետրն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է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վատանում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չափսերի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փոքրացման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արդյունքում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60" name="TextBox 15"/>
          <p:cNvSpPr/>
          <p:nvPr/>
        </p:nvSpPr>
        <p:spPr>
          <a:xfrm>
            <a:off x="658440" y="4910400"/>
            <a:ext cx="639720" cy="4001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DCEDEF"/>
                </a:solidFill>
                <a:effectLst/>
                <a:uFillTx/>
                <a:latin typeface="Ghea Grapalat"/>
              </a:rPr>
              <a:t>04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61" name="TextBox 16"/>
          <p:cNvSpPr/>
          <p:nvPr/>
        </p:nvSpPr>
        <p:spPr>
          <a:xfrm>
            <a:off x="1435680" y="4944800"/>
            <a:ext cx="1828440" cy="33855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ՎԵՐԱԾԵԼ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62" name="TextBox 17"/>
          <p:cNvSpPr/>
          <p:nvPr/>
        </p:nvSpPr>
        <p:spPr>
          <a:xfrm>
            <a:off x="3488000" y="4870560"/>
            <a:ext cx="8137800" cy="63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30000"/>
              </a:lnSpc>
            </a:pP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անորոշ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պահանջները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տեխնիկական առաջադրանքի,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ըստ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որի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կարելի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է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նախագիծ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կատարել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A1F2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164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65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Ghea Grapalat"/>
              </a:rPr>
              <a:t>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66" name="TextBox 4"/>
          <p:cNvSpPr/>
          <p:nvPr/>
        </p:nvSpPr>
        <p:spPr>
          <a:xfrm>
            <a:off x="658440" y="274320"/>
            <a:ext cx="10874520" cy="18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ՄԱՍ 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67" name="TextBox 5"/>
          <p:cNvSpPr/>
          <p:nvPr/>
        </p:nvSpPr>
        <p:spPr>
          <a:xfrm>
            <a:off x="658440" y="1737360"/>
            <a:ext cx="9045720" cy="73295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4400" b="1" u="none" strike="noStrike">
                <a:solidFill>
                  <a:srgbClr val="F7F5F1"/>
                </a:solidFill>
                <a:effectLst/>
                <a:uFillTx/>
                <a:latin typeface="Ghea Grapalat"/>
              </a:rPr>
              <a:t>Շղթան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69" name="Rectangle 7"/>
          <p:cNvSpPr/>
          <p:nvPr/>
        </p:nvSpPr>
        <p:spPr>
          <a:xfrm>
            <a:off x="658440" y="3794760"/>
            <a:ext cx="1371240" cy="5040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170" name="TextBox 8"/>
          <p:cNvSpPr/>
          <p:nvPr/>
        </p:nvSpPr>
        <p:spPr>
          <a:xfrm>
            <a:off x="658440" y="4160520"/>
            <a:ext cx="11270760" cy="83189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t">
            <a:spAutoFit/>
          </a:bodyPr>
          <a:lstStyle/>
          <a:p>
            <a:pPr algn="just" defTabSz="457200">
              <a:lnSpc>
                <a:spcPct val="150000"/>
              </a:lnSpc>
            </a:pP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Չափումը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բաղադրիչ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չէ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։ Այն ուղի է — իսկ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ուղին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ճշմարիտ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է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այնքան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,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just" defTabSz="457200">
              <a:lnSpc>
                <a:spcPct val="150000"/>
              </a:lnSpc>
            </a:pP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որքան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իր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ամենաթույլ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օղակը։ Այս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ուղին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կկառուցենք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քայլ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առ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քայլ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։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172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73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74" name="TextBox 4"/>
          <p:cNvSpPr/>
          <p:nvPr/>
        </p:nvSpPr>
        <p:spPr>
          <a:xfrm>
            <a:off x="658440" y="475560"/>
            <a:ext cx="10874520" cy="5232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Երեք </a:t>
            </a:r>
            <a:r>
              <a:rPr lang="en-US" sz="3400" b="1" dirty="0" err="1">
                <a:solidFill>
                  <a:srgbClr val="1A1F24"/>
                </a:solidFill>
                <a:latin typeface="Ghea Grapalat"/>
              </a:rPr>
              <a:t>տերմին</a:t>
            </a:r>
            <a:r>
              <a:rPr lang="en-US" sz="34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, </a:t>
            </a:r>
            <a:r>
              <a:rPr lang="en-US" sz="3400" b="1" dirty="0" err="1">
                <a:solidFill>
                  <a:srgbClr val="1A1F24"/>
                </a:solidFill>
                <a:latin typeface="Ghea Grapalat"/>
              </a:rPr>
              <a:t>որոնք</a:t>
            </a:r>
            <a:r>
              <a:rPr lang="en-US" sz="34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34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կօգտագործենք</a:t>
            </a:r>
            <a:r>
              <a:rPr lang="en-US" sz="34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34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ճշգրիտ</a:t>
            </a:r>
            <a:endParaRPr lang="en-US" sz="3400" b="0" u="none" strike="noStrike" dirty="0" err="1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75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176" name="TextBox 6"/>
          <p:cNvSpPr/>
          <p:nvPr/>
        </p:nvSpPr>
        <p:spPr>
          <a:xfrm>
            <a:off x="658440" y="1353240"/>
            <a:ext cx="10874520" cy="2462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այսուհետ</a:t>
            </a:r>
            <a:r>
              <a:rPr lang="en-US" sz="16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տարբերությունը</a:t>
            </a:r>
            <a:r>
              <a:rPr lang="en-US" sz="16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կարևոր</a:t>
            </a:r>
            <a:r>
              <a:rPr lang="en-US" sz="16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է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77" name="Rounded Rectangle 7"/>
          <p:cNvSpPr/>
          <p:nvPr/>
        </p:nvSpPr>
        <p:spPr>
          <a:xfrm>
            <a:off x="658440" y="1965960"/>
            <a:ext cx="3520080" cy="74952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7F5F1"/>
                </a:solidFill>
                <a:effectLst/>
                <a:uFillTx/>
                <a:latin typeface="Ghea Grapalat"/>
              </a:rPr>
              <a:t>ՏՎԻՉ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Ghea Grapalat"/>
            </a:endParaRPr>
          </a:p>
        </p:txBody>
      </p:sp>
      <p:sp>
        <p:nvSpPr>
          <p:cNvPr id="178" name="TextBox 8"/>
          <p:cNvSpPr/>
          <p:nvPr/>
        </p:nvSpPr>
        <p:spPr>
          <a:xfrm>
            <a:off x="768240" y="2907720"/>
            <a:ext cx="3300480" cy="103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just" defTabSz="457200">
              <a:lnSpc>
                <a:spcPct val="135000"/>
              </a:lnSpc>
            </a:pPr>
            <a:r>
              <a:rPr lang="en-US" sz="1670" b="0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Ֆիզիկական մեծությունը վերածում է ազդանշանի, որը կարող եք կարդալ։</a:t>
            </a:r>
            <a:endParaRPr lang="en-US" sz="167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79" name="Rectangle 9"/>
          <p:cNvSpPr/>
          <p:nvPr/>
        </p:nvSpPr>
        <p:spPr>
          <a:xfrm>
            <a:off x="768240" y="4370760"/>
            <a:ext cx="731160" cy="3780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180" name="TextBox 10"/>
          <p:cNvSpPr/>
          <p:nvPr/>
        </p:nvSpPr>
        <p:spPr>
          <a:xfrm>
            <a:off x="768240" y="4599360"/>
            <a:ext cx="3300480" cy="59612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35000"/>
              </a:lnSpc>
            </a:pPr>
            <a:r>
              <a:rPr lang="en-US" sz="15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MEMS խոսափող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defTabSz="457200">
              <a:lnSpc>
                <a:spcPct val="135000"/>
              </a:lnSpc>
            </a:pPr>
            <a:r>
              <a:rPr lang="en-US" sz="15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ձայնային ճնշում → լարում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81" name="Rounded Rectangle 11"/>
          <p:cNvSpPr/>
          <p:nvPr/>
        </p:nvSpPr>
        <p:spPr>
          <a:xfrm>
            <a:off x="4498920" y="1965960"/>
            <a:ext cx="3520080" cy="74952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7F5F1"/>
                </a:solidFill>
                <a:effectLst/>
                <a:uFillTx/>
                <a:latin typeface="Ghea Grapalat"/>
              </a:rPr>
              <a:t>ՓՈԽԱԿԵՐՊԻՉ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Ghea Grapalat"/>
            </a:endParaRPr>
          </a:p>
        </p:txBody>
      </p:sp>
      <p:sp>
        <p:nvSpPr>
          <p:cNvPr id="182" name="TextBox 12"/>
          <p:cNvSpPr/>
          <p:nvPr/>
        </p:nvSpPr>
        <p:spPr>
          <a:xfrm>
            <a:off x="4608720" y="2907720"/>
            <a:ext cx="3300480" cy="1110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just" defTabSz="457200">
              <a:lnSpc>
                <a:spcPct val="135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Էներգիան վերածում է մի տեսակից մյուսի։ Տվիչը դրա տեսակներից է։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83" name="Rectangle 13"/>
          <p:cNvSpPr/>
          <p:nvPr/>
        </p:nvSpPr>
        <p:spPr>
          <a:xfrm>
            <a:off x="4608720" y="4370760"/>
            <a:ext cx="731160" cy="3780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184" name="TextBox 14"/>
          <p:cNvSpPr/>
          <p:nvPr/>
        </p:nvSpPr>
        <p:spPr>
          <a:xfrm>
            <a:off x="4608720" y="4599360"/>
            <a:ext cx="3300480" cy="93031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35000"/>
              </a:lnSpc>
            </a:pPr>
            <a:r>
              <a:rPr lang="en-US" sz="150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բարձրախոս</a:t>
            </a:r>
            <a:r>
              <a:rPr lang="en-US" sz="15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, </a:t>
            </a:r>
            <a:r>
              <a:rPr lang="en-US" sz="150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դեֆորմացիայի</a:t>
            </a:r>
            <a:r>
              <a:rPr lang="en-US" sz="15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50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տվիչ,պիեզո</a:t>
            </a:r>
            <a:r>
              <a:rPr lang="en-US" sz="15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50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սկավառակ</a:t>
            </a:r>
            <a:r>
              <a:rPr lang="en-US" sz="15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— </a:t>
            </a:r>
            <a:r>
              <a:rPr lang="en-US" sz="150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երկու</a:t>
            </a:r>
            <a:r>
              <a:rPr lang="en-US" sz="15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50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ուղղությամբ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85" name="Rounded Rectangle 15"/>
          <p:cNvSpPr/>
          <p:nvPr/>
        </p:nvSpPr>
        <p:spPr>
          <a:xfrm>
            <a:off x="8339400" y="1965960"/>
            <a:ext cx="3520080" cy="749520"/>
          </a:xfrm>
          <a:prstGeom prst="roundRect">
            <a:avLst>
              <a:gd name="adj" fmla="val 10000"/>
            </a:avLst>
          </a:prstGeom>
          <a:solidFill>
            <a:srgbClr val="D98324"/>
          </a:solidFill>
          <a:ln w="15875">
            <a:solidFill>
              <a:srgbClr val="D9832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70" b="1" u="none" strike="noStrike">
                <a:solidFill>
                  <a:srgbClr val="F7F5F1"/>
                </a:solidFill>
                <a:effectLst/>
                <a:uFillTx/>
                <a:latin typeface="Ghea Grapalat"/>
              </a:rPr>
              <a:t>ԱԿՏՈՒԱՏՈՐ</a:t>
            </a:r>
            <a:endParaRPr lang="en-US" sz="1870" b="0" u="none" strike="noStrike">
              <a:solidFill>
                <a:srgbClr val="FFFFFF"/>
              </a:solidFill>
              <a:effectLst/>
              <a:uFillTx/>
              <a:latin typeface="Ghea Grapalat"/>
            </a:endParaRPr>
          </a:p>
        </p:txBody>
      </p:sp>
      <p:sp>
        <p:nvSpPr>
          <p:cNvPr id="186" name="TextBox 16"/>
          <p:cNvSpPr/>
          <p:nvPr/>
        </p:nvSpPr>
        <p:spPr>
          <a:xfrm>
            <a:off x="8449200" y="2907720"/>
            <a:ext cx="3300480" cy="10892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just" defTabSz="457200">
              <a:lnSpc>
                <a:spcPct val="135000"/>
              </a:lnSpc>
            </a:pPr>
            <a:r>
              <a:rPr lang="en-US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Ազդանշանը </a:t>
            </a:r>
            <a:r>
              <a:rPr lang="en-US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վերածում</a:t>
            </a:r>
            <a:r>
              <a:rPr lang="en-US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է </a:t>
            </a:r>
            <a:r>
              <a:rPr lang="en-US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ֆիզիկական</a:t>
            </a:r>
            <a:r>
              <a:rPr lang="en-US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ազդեցության</a:t>
            </a:r>
            <a:r>
              <a:rPr lang="en-US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աշխարհի</a:t>
            </a:r>
            <a:r>
              <a:rPr lang="en-US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վրա</a:t>
            </a:r>
            <a:r>
              <a:rPr lang="en-US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։</a:t>
            </a:r>
            <a:endParaRPr lang="en-US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87" name="Rectangle 17"/>
          <p:cNvSpPr/>
          <p:nvPr/>
        </p:nvSpPr>
        <p:spPr>
          <a:xfrm>
            <a:off x="8449200" y="4370760"/>
            <a:ext cx="731160" cy="37800"/>
          </a:xfrm>
          <a:prstGeom prst="rect">
            <a:avLst/>
          </a:prstGeom>
          <a:solidFill>
            <a:srgbClr val="D9832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188" name="TextBox 18"/>
          <p:cNvSpPr/>
          <p:nvPr/>
        </p:nvSpPr>
        <p:spPr>
          <a:xfrm>
            <a:off x="8449200" y="4599360"/>
            <a:ext cx="3300480" cy="59612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35000"/>
              </a:lnSpc>
            </a:pPr>
            <a:r>
              <a:rPr lang="en-US" sz="15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MEMS հայելի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defTabSz="457200">
              <a:lnSpc>
                <a:spcPct val="135000"/>
              </a:lnSpc>
            </a:pPr>
            <a:r>
              <a:rPr lang="en-US" sz="15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լարում → ճառագայթի շեղում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89" name="TextBox 19"/>
          <p:cNvSpPr/>
          <p:nvPr/>
        </p:nvSpPr>
        <p:spPr>
          <a:xfrm>
            <a:off x="658440" y="5760720"/>
            <a:ext cx="10874520" cy="2616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/>
            <a:r>
              <a:rPr lang="en-US" sz="1700" i="1" dirty="0">
                <a:solidFill>
                  <a:srgbClr val="D98324"/>
                </a:solidFill>
                <a:latin typeface="Ghea Grapalat"/>
              </a:rPr>
              <a:t>Ամեն</a:t>
            </a:r>
            <a:r>
              <a:rPr lang="en-US" sz="1700" b="0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 </a:t>
            </a:r>
            <a:r>
              <a:rPr lang="en-US" sz="1700" b="0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ակտուատոր</a:t>
            </a:r>
            <a:r>
              <a:rPr lang="en-US" sz="1700" b="0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 </a:t>
            </a:r>
            <a:r>
              <a:rPr lang="en-US" sz="1700" b="0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նաև</a:t>
            </a:r>
            <a:r>
              <a:rPr lang="en-US" sz="1700" b="0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 </a:t>
            </a:r>
            <a:r>
              <a:rPr lang="en-US" sz="1700" b="0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չափման</a:t>
            </a:r>
            <a:r>
              <a:rPr lang="en-US" sz="1700" b="0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 </a:t>
            </a:r>
            <a:r>
              <a:rPr lang="en-US" sz="1700" b="0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խնդիր</a:t>
            </a:r>
            <a:r>
              <a:rPr lang="en-US" sz="1700" b="0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 է</a:t>
            </a:r>
            <a:r>
              <a:rPr lang="en-US" sz="1700" i="1" dirty="0">
                <a:solidFill>
                  <a:srgbClr val="D98324"/>
                </a:solidFill>
                <a:latin typeface="Ghea Grapalat"/>
              </a:rPr>
              <a:t> </a:t>
            </a:r>
            <a:r>
              <a:rPr lang="en-US" sz="1700" i="1" dirty="0" err="1">
                <a:solidFill>
                  <a:srgbClr val="D98324"/>
                </a:solidFill>
                <a:latin typeface="Ghea Grapalat"/>
              </a:rPr>
              <a:t>լուծում</a:t>
            </a:r>
            <a:r>
              <a:rPr lang="en-US" sz="1700" i="1" dirty="0">
                <a:solidFill>
                  <a:srgbClr val="D98324"/>
                </a:solidFill>
                <a:latin typeface="Ghea Grapalat"/>
              </a:rPr>
              <a:t>։ Այն</a:t>
            </a:r>
            <a:r>
              <a:rPr lang="en-US" sz="1700" b="0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 </a:t>
            </a:r>
            <a:r>
              <a:rPr lang="en-US" sz="1700" b="0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գործել</a:t>
            </a:r>
            <a:r>
              <a:rPr lang="en-US" sz="1700" b="0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 է, </a:t>
            </a:r>
            <a:r>
              <a:rPr lang="en-US" sz="1700" b="0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եթե</a:t>
            </a:r>
            <a:r>
              <a:rPr lang="en-US" sz="1700" b="0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 </a:t>
            </a:r>
            <a:r>
              <a:rPr lang="en-US" sz="1700" i="1" dirty="0" err="1">
                <a:solidFill>
                  <a:srgbClr val="D98324"/>
                </a:solidFill>
                <a:latin typeface="Ghea Grapalat"/>
              </a:rPr>
              <a:t>տեսնում</a:t>
            </a:r>
            <a:r>
              <a:rPr lang="en-US" sz="1700" i="1" dirty="0">
                <a:solidFill>
                  <a:srgbClr val="D98324"/>
                </a:solidFill>
                <a:latin typeface="Ghea Grapalat"/>
              </a:rPr>
              <a:t> </a:t>
            </a:r>
            <a:r>
              <a:rPr lang="en-US" sz="1700" i="1" dirty="0" err="1">
                <a:solidFill>
                  <a:srgbClr val="D98324"/>
                </a:solidFill>
                <a:latin typeface="Ghea Grapalat"/>
              </a:rPr>
              <a:t>ենք</a:t>
            </a:r>
            <a:r>
              <a:rPr lang="en-US" sz="1700" b="0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 </a:t>
            </a:r>
            <a:r>
              <a:rPr lang="en-US" sz="1700" i="1" dirty="0" err="1">
                <a:solidFill>
                  <a:srgbClr val="D98324"/>
                </a:solidFill>
                <a:latin typeface="Ghea Grapalat"/>
              </a:rPr>
              <a:t>դրա</a:t>
            </a:r>
            <a:r>
              <a:rPr lang="en-US" sz="1700" i="1" dirty="0">
                <a:solidFill>
                  <a:srgbClr val="D98324"/>
                </a:solidFill>
                <a:latin typeface="Ghea Grapalat"/>
              </a:rPr>
              <a:t> </a:t>
            </a:r>
            <a:r>
              <a:rPr lang="en-US" sz="1700" i="1" dirty="0" err="1">
                <a:solidFill>
                  <a:srgbClr val="D98324"/>
                </a:solidFill>
                <a:latin typeface="Ghea Grapalat"/>
              </a:rPr>
              <a:t>արդյունքը</a:t>
            </a:r>
            <a:r>
              <a:rPr lang="en-US" sz="1700" b="0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։</a:t>
            </a:r>
            <a:endParaRPr lang="en-US" sz="17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92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93" name="TextBox 4"/>
          <p:cNvSpPr/>
          <p:nvPr/>
        </p:nvSpPr>
        <p:spPr>
          <a:xfrm>
            <a:off x="658440" y="475560"/>
            <a:ext cx="10874520" cy="48628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16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Երեսուն վայրկյան</a:t>
            </a:r>
            <a:endParaRPr lang="en-US" sz="316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94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195" name="TextBox 6"/>
          <p:cNvSpPr/>
          <p:nvPr/>
        </p:nvSpPr>
        <p:spPr>
          <a:xfrm>
            <a:off x="658440" y="1353240"/>
            <a:ext cx="10874520" cy="2616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Տվիչ, փոխակերպիչ թե ակտուատոր։ Իսկ ո՞րն է չափվող մեծությունը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96" name="Rounded Rectangle 7"/>
          <p:cNvSpPr/>
          <p:nvPr/>
        </p:nvSpPr>
        <p:spPr>
          <a:xfrm>
            <a:off x="658440" y="2194560"/>
            <a:ext cx="2468520" cy="1371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6B768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MEMS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խոսափող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97" name="Rounded Rectangle 8"/>
          <p:cNvSpPr/>
          <p:nvPr/>
        </p:nvSpPr>
        <p:spPr>
          <a:xfrm>
            <a:off x="658440" y="3794760"/>
            <a:ext cx="2468520" cy="63972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198" name="Rounded Rectangle 9"/>
          <p:cNvSpPr/>
          <p:nvPr/>
        </p:nvSpPr>
        <p:spPr>
          <a:xfrm>
            <a:off x="3355920" y="2194560"/>
            <a:ext cx="2468520" cy="1371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6B768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/>
            <a:r>
              <a:rPr lang="en-US" sz="2100" b="1" dirty="0" err="1">
                <a:solidFill>
                  <a:srgbClr val="1A1F24"/>
                </a:solidFill>
                <a:ea typeface="+mn-lt"/>
                <a:cs typeface="+mn-lt"/>
              </a:rPr>
              <a:t>Պիեզոէլեկտրական</a:t>
            </a:r>
            <a:r>
              <a:rPr lang="en-US" sz="2100" b="1" dirty="0">
                <a:solidFill>
                  <a:srgbClr val="1A1F24"/>
                </a:solidFill>
                <a:ea typeface="+mn-lt"/>
                <a:cs typeface="+mn-lt"/>
              </a:rPr>
              <a:t> </a:t>
            </a:r>
            <a:r>
              <a:rPr lang="en-US" sz="2100" b="1" dirty="0" err="1">
                <a:solidFill>
                  <a:srgbClr val="1A1F24"/>
                </a:solidFill>
                <a:ea typeface="+mn-lt"/>
                <a:cs typeface="+mn-lt"/>
              </a:rPr>
              <a:t>ձայնարձակիչ</a:t>
            </a:r>
            <a:endParaRPr lang="en-US" b="1">
              <a:ea typeface="Calibri"/>
              <a:cs typeface="Calibri"/>
            </a:endParaRPr>
          </a:p>
        </p:txBody>
      </p:sp>
      <p:sp>
        <p:nvSpPr>
          <p:cNvPr id="199" name="Rounded Rectangle 10"/>
          <p:cNvSpPr/>
          <p:nvPr/>
        </p:nvSpPr>
        <p:spPr>
          <a:xfrm>
            <a:off x="3355920" y="3794760"/>
            <a:ext cx="2468520" cy="63972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00" name="Rounded Rectangle 11"/>
          <p:cNvSpPr/>
          <p:nvPr/>
        </p:nvSpPr>
        <p:spPr>
          <a:xfrm>
            <a:off x="6053400" y="2194560"/>
            <a:ext cx="2468520" cy="1371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6B768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Դեֆորմացիայի</a:t>
            </a:r>
            <a:endParaRPr lang="en-US" sz="2100" b="0" u="none" strike="noStrike" dirty="0" err="1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1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տվիչ</a:t>
            </a:r>
            <a:endParaRPr lang="en-US" sz="2100" b="0" u="none" strike="noStrike" dirty="0" err="1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01" name="Rounded Rectangle 12"/>
          <p:cNvSpPr/>
          <p:nvPr/>
        </p:nvSpPr>
        <p:spPr>
          <a:xfrm>
            <a:off x="6053400" y="3794760"/>
            <a:ext cx="2468520" cy="63972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02" name="Rounded Rectangle 13"/>
          <p:cNvSpPr/>
          <p:nvPr/>
        </p:nvSpPr>
        <p:spPr>
          <a:xfrm>
            <a:off x="8750880" y="2194560"/>
            <a:ext cx="2468520" cy="1371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6B768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MEMS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հայելի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03" name="Rounded Rectangle 14"/>
          <p:cNvSpPr/>
          <p:nvPr/>
        </p:nvSpPr>
        <p:spPr>
          <a:xfrm>
            <a:off x="8750880" y="3794760"/>
            <a:ext cx="2468520" cy="63972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04" name="TextBox 16"/>
          <p:cNvSpPr/>
          <p:nvPr/>
        </p:nvSpPr>
        <p:spPr>
          <a:xfrm>
            <a:off x="658440" y="5577840"/>
            <a:ext cx="10874520" cy="65274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30000"/>
              </a:lnSpc>
            </a:pPr>
            <a:r>
              <a:rPr lang="en-US" sz="1700" b="0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Այս </a:t>
            </a:r>
            <a:r>
              <a:rPr lang="en-US" sz="1700" b="0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չորսից</a:t>
            </a:r>
            <a:r>
              <a:rPr lang="en-US" sz="1700" b="0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 </a:t>
            </a:r>
            <a:r>
              <a:rPr lang="en-US" sz="1700" b="0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մեկը</a:t>
            </a:r>
            <a:r>
              <a:rPr lang="en-US" sz="1700" b="0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 </a:t>
            </a:r>
            <a:r>
              <a:rPr lang="en-US" sz="1700" b="0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պասիվ</a:t>
            </a:r>
            <a:r>
              <a:rPr lang="en-US" sz="1700" b="0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 է — </a:t>
            </a:r>
            <a:r>
              <a:rPr lang="en-US" sz="1700" b="0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փոխում</a:t>
            </a:r>
            <a:r>
              <a:rPr lang="en-US" sz="1700" b="0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 է </a:t>
            </a:r>
            <a:r>
              <a:rPr lang="en-US" sz="1700" b="0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դիմադրությունը</a:t>
            </a:r>
            <a:r>
              <a:rPr lang="en-US" sz="1700" b="0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 և </a:t>
            </a:r>
            <a:r>
              <a:rPr lang="en-US" sz="1700" b="0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կարիք</a:t>
            </a:r>
            <a:r>
              <a:rPr lang="en-US" sz="1700" b="0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 </a:t>
            </a:r>
            <a:r>
              <a:rPr lang="en-US" sz="1700" b="0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ունի</a:t>
            </a:r>
            <a:r>
              <a:rPr lang="en-US" sz="1700" b="0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 </a:t>
            </a:r>
            <a:r>
              <a:rPr lang="en-US" sz="1700" b="0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սնման</a:t>
            </a:r>
            <a:r>
              <a:rPr lang="en-US" sz="1700" b="0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 </a:t>
            </a:r>
            <a:r>
              <a:rPr lang="en-US" sz="1700" b="0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հոսանքի</a:t>
            </a:r>
            <a:r>
              <a:rPr lang="en-US" sz="1700" b="0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, </a:t>
            </a:r>
            <a:r>
              <a:rPr lang="en-US" sz="1700" b="0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որպեսզի</a:t>
            </a:r>
            <a:r>
              <a:rPr lang="en-US" sz="1700" b="0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 </a:t>
            </a:r>
            <a:r>
              <a:rPr lang="en-US" sz="1700" b="0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ընդհանրապես</a:t>
            </a:r>
            <a:r>
              <a:rPr lang="en-US" sz="1700" b="0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 </a:t>
            </a:r>
            <a:r>
              <a:rPr lang="en-US" sz="1700" b="0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ինչ-որ</a:t>
            </a:r>
            <a:r>
              <a:rPr lang="en-US" sz="1700" b="0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 </a:t>
            </a:r>
            <a:r>
              <a:rPr lang="en-US" sz="1700" b="0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բան</a:t>
            </a:r>
            <a:r>
              <a:rPr lang="en-US" sz="1700" b="0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 «</a:t>
            </a:r>
            <a:r>
              <a:rPr lang="en-US" sz="1700" b="0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ասի</a:t>
            </a:r>
            <a:r>
              <a:rPr lang="en-US" sz="1700" b="0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»։ </a:t>
            </a:r>
            <a:r>
              <a:rPr lang="en-US" sz="1700" b="0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Ո՞րը</a:t>
            </a:r>
            <a:r>
              <a:rPr lang="en-US" sz="1700" b="0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, և </a:t>
            </a:r>
            <a:r>
              <a:rPr lang="en-US" sz="1700" b="0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ինչու</a:t>
            </a:r>
            <a:r>
              <a:rPr lang="en-US" sz="1700" b="0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՞ է </a:t>
            </a:r>
            <a:r>
              <a:rPr lang="en-US" sz="1700" b="0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դա</a:t>
            </a:r>
            <a:r>
              <a:rPr lang="en-US" sz="1700" b="0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 </a:t>
            </a:r>
            <a:r>
              <a:rPr lang="en-US" sz="1700" b="0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կարևոր</a:t>
            </a:r>
            <a:r>
              <a:rPr lang="en-US" sz="1700" i="1" dirty="0">
                <a:solidFill>
                  <a:srgbClr val="D98324"/>
                </a:solidFill>
                <a:latin typeface="Ghea Grapalat"/>
              </a:rPr>
              <a:t>:</a:t>
            </a:r>
            <a:endParaRPr lang="en-US" sz="17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206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07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08" name="TextBox 4"/>
          <p:cNvSpPr/>
          <p:nvPr/>
        </p:nvSpPr>
        <p:spPr>
          <a:xfrm>
            <a:off x="658440" y="475560"/>
            <a:ext cx="10874520" cy="43704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84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Չափվող մեծությունը</a:t>
            </a:r>
            <a:endParaRPr lang="en-US" sz="284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09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210" name="Rounded Rectangle 6"/>
          <p:cNvSpPr/>
          <p:nvPr/>
        </p:nvSpPr>
        <p:spPr>
          <a:xfrm>
            <a:off x="65844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2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ՖԻԶԻԿԱԿԱՆ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ՄԵԾՈՒԹՅՈՒՆ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11" name="TextBox 7"/>
          <p:cNvSpPr/>
          <p:nvPr/>
        </p:nvSpPr>
        <p:spPr>
          <a:xfrm>
            <a:off x="731520" y="2313360"/>
            <a:ext cx="27396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12" name="Rounded Rectangle 8"/>
          <p:cNvSpPr/>
          <p:nvPr/>
        </p:nvSpPr>
        <p:spPr>
          <a:xfrm>
            <a:off x="334656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E4E2DE"/>
                </a:solidFill>
                <a:effectLst/>
                <a:uFillTx/>
                <a:latin typeface="Ghea Grapalat"/>
              </a:rPr>
              <a:t>ՄԵԽԱՆԻԿԱԿԱՆ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20" b="1" u="none" strike="noStrike">
                <a:solidFill>
                  <a:srgbClr val="E4E2DE"/>
                </a:solidFill>
                <a:effectLst/>
                <a:uFillTx/>
                <a:latin typeface="Ghea Grapalat"/>
              </a:rPr>
              <a:t>ԿԱՊԱԿՑՈՒՄ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13" name="Rounded Rectangle 9"/>
          <p:cNvSpPr/>
          <p:nvPr/>
        </p:nvSpPr>
        <p:spPr>
          <a:xfrm>
            <a:off x="603504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E4E2DE"/>
                </a:solidFill>
                <a:effectLst/>
                <a:uFillTx/>
                <a:latin typeface="Ghea Grapalat"/>
              </a:rPr>
              <a:t>ՓՈԽԱԿԵՐՊՈՒՄ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14" name="Rounded Rectangle 10"/>
          <p:cNvSpPr/>
          <p:nvPr/>
        </p:nvSpPr>
        <p:spPr>
          <a:xfrm>
            <a:off x="872352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4E2DE"/>
                </a:solidFill>
                <a:effectLst/>
                <a:uFillTx/>
                <a:latin typeface="Ghea Grapalat"/>
              </a:rPr>
              <a:t>ԱՆԱԼՈԳԱՅԻՆ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4E2DE"/>
                </a:solidFill>
                <a:effectLst/>
                <a:uFillTx/>
                <a:latin typeface="Ghea Grapalat"/>
              </a:rPr>
              <a:t>ՄՇԱԿՈՒՄ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15" name="Rounded Rectangle 11"/>
          <p:cNvSpPr/>
          <p:nvPr/>
        </p:nvSpPr>
        <p:spPr>
          <a:xfrm>
            <a:off x="8723520" y="406008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4E2DE"/>
                </a:solidFill>
                <a:effectLst/>
                <a:uFillTx/>
                <a:latin typeface="Ghea Grapalat"/>
              </a:rPr>
              <a:t>ՆՄՈՒՇԱՌՈՒՄ ԵՎ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4E2DE"/>
                </a:solidFill>
                <a:effectLst/>
                <a:uFillTx/>
                <a:latin typeface="Ghea Grapalat"/>
              </a:rPr>
              <a:t>ՔՎԱՆՏԱՑՈՒՄ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16" name="Rounded Rectangle 12"/>
          <p:cNvSpPr/>
          <p:nvPr/>
        </p:nvSpPr>
        <p:spPr>
          <a:xfrm>
            <a:off x="6035040" y="406008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4E2DE"/>
                </a:solidFill>
                <a:effectLst/>
                <a:uFillTx/>
                <a:latin typeface="Ghea Grapalat"/>
              </a:rPr>
              <a:t>ԿՈԴԵՐ → ՄՀ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4E2DE"/>
                </a:solidFill>
                <a:effectLst/>
                <a:uFillTx/>
                <a:latin typeface="Ghea Grapalat"/>
              </a:rPr>
              <a:t>ՄԻԱՎՈՐՆԵՐ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17" name="Rounded Rectangle 13"/>
          <p:cNvSpPr/>
          <p:nvPr/>
        </p:nvSpPr>
        <p:spPr>
          <a:xfrm>
            <a:off x="3346560" y="406008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4E2DE"/>
                </a:solidFill>
                <a:effectLst/>
                <a:uFillTx/>
                <a:latin typeface="Ghea Grapalat"/>
              </a:rPr>
              <a:t>ԺԱՄԱՆԱԿԱՆԻՇ,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4E2DE"/>
                </a:solidFill>
                <a:effectLst/>
                <a:uFillTx/>
                <a:latin typeface="Ghea Grapalat"/>
              </a:rPr>
              <a:t>ԳՐԱՆՑՈՒՄ, ՈՐՈՇՈՒՄ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219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20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21" name="TextBox 4"/>
          <p:cNvSpPr/>
          <p:nvPr/>
        </p:nvSpPr>
        <p:spPr>
          <a:xfrm>
            <a:off x="658440" y="475560"/>
            <a:ext cx="10874520" cy="5232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Այն չի սկսվում տվիչից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22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223" name="TextBox 6"/>
          <p:cNvSpPr/>
          <p:nvPr/>
        </p:nvSpPr>
        <p:spPr>
          <a:xfrm>
            <a:off x="658440" y="1353240"/>
            <a:ext cx="10874520" cy="2616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Չափման շղթան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24" name="Rounded Rectangle 7"/>
          <p:cNvSpPr/>
          <p:nvPr/>
        </p:nvSpPr>
        <p:spPr>
          <a:xfrm>
            <a:off x="65844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2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ՖԻԶԻԿԱԿԱՆ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ՄԵԾՈՒԹՅՈՒՆ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25" name="TextBox 8"/>
          <p:cNvSpPr/>
          <p:nvPr/>
        </p:nvSpPr>
        <p:spPr>
          <a:xfrm>
            <a:off x="731520" y="2313360"/>
            <a:ext cx="27396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26" name="Rounded Rectangle 9"/>
          <p:cNvSpPr/>
          <p:nvPr/>
        </p:nvSpPr>
        <p:spPr>
          <a:xfrm>
            <a:off x="334656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ՄԵԽԱՆԻԿԱԿԱՆ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2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ԿԱՊԱԿՑՈՒՄ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27" name="TextBox 10"/>
          <p:cNvSpPr/>
          <p:nvPr/>
        </p:nvSpPr>
        <p:spPr>
          <a:xfrm>
            <a:off x="3420000" y="2313360"/>
            <a:ext cx="27396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28" name="Rounded Rectangle 11"/>
          <p:cNvSpPr/>
          <p:nvPr/>
        </p:nvSpPr>
        <p:spPr>
          <a:xfrm>
            <a:off x="603504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ՓՈԽԱԿԵՐՊՈՒՄ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29" name="TextBox 12"/>
          <p:cNvSpPr/>
          <p:nvPr/>
        </p:nvSpPr>
        <p:spPr>
          <a:xfrm>
            <a:off x="6108120" y="2313360"/>
            <a:ext cx="27396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30" name="Rounded Rectangle 13"/>
          <p:cNvSpPr/>
          <p:nvPr/>
        </p:nvSpPr>
        <p:spPr>
          <a:xfrm>
            <a:off x="872352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40" b="1" u="none" strike="noStrike">
                <a:solidFill>
                  <a:srgbClr val="E4E2DE"/>
                </a:solidFill>
                <a:effectLst/>
                <a:uFillTx/>
                <a:latin typeface="Ghea Grapalat"/>
              </a:rPr>
              <a:t>ԱՆԱԼՈԳԱՅԻՆ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E4E2DE"/>
                </a:solidFill>
                <a:effectLst/>
                <a:uFillTx/>
                <a:latin typeface="Ghea Grapalat"/>
              </a:rPr>
              <a:t>ՄՇԱԿՈՒՄ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31" name="Rounded Rectangle 14"/>
          <p:cNvSpPr/>
          <p:nvPr/>
        </p:nvSpPr>
        <p:spPr>
          <a:xfrm>
            <a:off x="8723520" y="406008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30" b="1" u="none" strike="noStrike">
                <a:solidFill>
                  <a:srgbClr val="E4E2DE"/>
                </a:solidFill>
                <a:effectLst/>
                <a:uFillTx/>
                <a:latin typeface="Ghea Grapalat"/>
              </a:rPr>
              <a:t>ՆՄՈՒՇԱՌՈՒՄ ԵՎ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E4E2DE"/>
                </a:solidFill>
                <a:effectLst/>
                <a:uFillTx/>
                <a:latin typeface="Ghea Grapalat"/>
              </a:rPr>
              <a:t>ՔՎԱՆՏԱՑՈՒՄ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32" name="Rounded Rectangle 15"/>
          <p:cNvSpPr/>
          <p:nvPr/>
        </p:nvSpPr>
        <p:spPr>
          <a:xfrm>
            <a:off x="6035040" y="406008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E4E2DE"/>
                </a:solidFill>
                <a:effectLst/>
                <a:uFillTx/>
                <a:latin typeface="Ghea Grapalat"/>
              </a:rPr>
              <a:t>ԿՈԴԵՐ → ՄՀ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40" b="1" u="none" strike="noStrike">
                <a:solidFill>
                  <a:srgbClr val="E4E2DE"/>
                </a:solidFill>
                <a:effectLst/>
                <a:uFillTx/>
                <a:latin typeface="Ghea Grapalat"/>
              </a:rPr>
              <a:t>ՄԻԱՎՈՐՆԵՐ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33" name="Rounded Rectangle 16"/>
          <p:cNvSpPr/>
          <p:nvPr/>
        </p:nvSpPr>
        <p:spPr>
          <a:xfrm>
            <a:off x="3346560" y="406008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80" b="1" u="none" strike="noStrike">
                <a:solidFill>
                  <a:srgbClr val="E4E2DE"/>
                </a:solidFill>
                <a:effectLst/>
                <a:uFillTx/>
                <a:latin typeface="Ghea Grapalat"/>
              </a:rPr>
              <a:t>ԺԱՄԱՆԱԿԱՆԻՇ,</a:t>
            </a:r>
            <a:endParaRPr lang="en-US" sz="118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40" b="1" u="none" strike="noStrike">
                <a:solidFill>
                  <a:srgbClr val="E4E2DE"/>
                </a:solidFill>
                <a:effectLst/>
                <a:uFillTx/>
                <a:latin typeface="Ghea Grapalat"/>
              </a:rPr>
              <a:t>ԳՐԱՆՑՈՒՄ, ՈՐՈՇՈՒՄ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34" name="Right Arrow 17"/>
          <p:cNvSpPr/>
          <p:nvPr/>
        </p:nvSpPr>
        <p:spPr>
          <a:xfrm>
            <a:off x="2926080" y="265176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235" name="Right Arrow 18"/>
          <p:cNvSpPr/>
          <p:nvPr/>
        </p:nvSpPr>
        <p:spPr>
          <a:xfrm>
            <a:off x="5614560" y="265176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237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38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39" name="TextBox 4"/>
          <p:cNvSpPr/>
          <p:nvPr/>
        </p:nvSpPr>
        <p:spPr>
          <a:xfrm>
            <a:off x="658440" y="475560"/>
            <a:ext cx="10874520" cy="5232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Էլեկտրոնիկայի միջով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40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241" name="TextBox 6"/>
          <p:cNvSpPr/>
          <p:nvPr/>
        </p:nvSpPr>
        <p:spPr>
          <a:xfrm>
            <a:off x="658440" y="1353240"/>
            <a:ext cx="10874520" cy="2616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Չափման շղթան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42" name="Rounded Rectangle 7"/>
          <p:cNvSpPr/>
          <p:nvPr/>
        </p:nvSpPr>
        <p:spPr>
          <a:xfrm>
            <a:off x="65844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2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ՖԻԶԻԿԱԿԱՆ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ՄԵԾՈՒԹՅՈՒՆ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43" name="TextBox 8"/>
          <p:cNvSpPr/>
          <p:nvPr/>
        </p:nvSpPr>
        <p:spPr>
          <a:xfrm>
            <a:off x="731520" y="2313360"/>
            <a:ext cx="27396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44" name="Rounded Rectangle 9"/>
          <p:cNvSpPr/>
          <p:nvPr/>
        </p:nvSpPr>
        <p:spPr>
          <a:xfrm>
            <a:off x="334656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ՄԵԽԱՆԻԿԱԿԱՆ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2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ԿԱՊԱԿՑՈՒՄ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45" name="TextBox 10"/>
          <p:cNvSpPr/>
          <p:nvPr/>
        </p:nvSpPr>
        <p:spPr>
          <a:xfrm>
            <a:off x="3420000" y="2313360"/>
            <a:ext cx="27396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46" name="Rounded Rectangle 11"/>
          <p:cNvSpPr/>
          <p:nvPr/>
        </p:nvSpPr>
        <p:spPr>
          <a:xfrm>
            <a:off x="603504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ՓՈԽԱԿԵՐՊՈՒՄ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47" name="TextBox 12"/>
          <p:cNvSpPr/>
          <p:nvPr/>
        </p:nvSpPr>
        <p:spPr>
          <a:xfrm>
            <a:off x="6108120" y="2313360"/>
            <a:ext cx="27396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48" name="Rounded Rectangle 13"/>
          <p:cNvSpPr/>
          <p:nvPr/>
        </p:nvSpPr>
        <p:spPr>
          <a:xfrm>
            <a:off x="872352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4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ԱՆԱԼՈԳԱՅԻՆ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ՄՇԱԿՈՒՄ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49" name="TextBox 14"/>
          <p:cNvSpPr/>
          <p:nvPr/>
        </p:nvSpPr>
        <p:spPr>
          <a:xfrm>
            <a:off x="8796600" y="2313360"/>
            <a:ext cx="27396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50" name="Rounded Rectangle 15"/>
          <p:cNvSpPr/>
          <p:nvPr/>
        </p:nvSpPr>
        <p:spPr>
          <a:xfrm>
            <a:off x="8723520" y="406008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3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ՆՄՈՒՇԱՌՈՒՄ ԵՎ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ՔՎԱՆՏԱՑՈՒՄ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51" name="TextBox 16"/>
          <p:cNvSpPr/>
          <p:nvPr/>
        </p:nvSpPr>
        <p:spPr>
          <a:xfrm>
            <a:off x="8796600" y="4087440"/>
            <a:ext cx="27396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52" name="Rounded Rectangle 17"/>
          <p:cNvSpPr/>
          <p:nvPr/>
        </p:nvSpPr>
        <p:spPr>
          <a:xfrm>
            <a:off x="6035040" y="406008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E4E2DE"/>
                </a:solidFill>
                <a:effectLst/>
                <a:uFillTx/>
                <a:latin typeface="Ghea Grapalat"/>
              </a:rPr>
              <a:t>ԿՈԴԵՐ → ՄՀ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40" b="1" u="none" strike="noStrike">
                <a:solidFill>
                  <a:srgbClr val="E4E2DE"/>
                </a:solidFill>
                <a:effectLst/>
                <a:uFillTx/>
                <a:latin typeface="Ghea Grapalat"/>
              </a:rPr>
              <a:t>ՄԻԱՎՈՐՆԵՐ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53" name="Rounded Rectangle 18"/>
          <p:cNvSpPr/>
          <p:nvPr/>
        </p:nvSpPr>
        <p:spPr>
          <a:xfrm>
            <a:off x="3346560" y="406008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E4E2DE"/>
            </a:solidFill>
            <a:prstDash val="dash"/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80" b="1" u="none" strike="noStrike">
                <a:solidFill>
                  <a:srgbClr val="E4E2DE"/>
                </a:solidFill>
                <a:effectLst/>
                <a:uFillTx/>
                <a:latin typeface="Ghea Grapalat"/>
              </a:rPr>
              <a:t>ԺԱՄԱՆԱԿԱՆԻՇ,</a:t>
            </a:r>
            <a:endParaRPr lang="en-US" sz="118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40" b="1" u="none" strike="noStrike">
                <a:solidFill>
                  <a:srgbClr val="E4E2DE"/>
                </a:solidFill>
                <a:effectLst/>
                <a:uFillTx/>
                <a:latin typeface="Ghea Grapalat"/>
              </a:rPr>
              <a:t>ԳՐԱՆՑՈՒՄ, ՈՐՈՇՈՒՄ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54" name="Right Arrow 19"/>
          <p:cNvSpPr/>
          <p:nvPr/>
        </p:nvSpPr>
        <p:spPr>
          <a:xfrm>
            <a:off x="2926080" y="265176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255" name="Right Arrow 20"/>
          <p:cNvSpPr/>
          <p:nvPr/>
        </p:nvSpPr>
        <p:spPr>
          <a:xfrm>
            <a:off x="5614560" y="265176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256" name="Right Arrow 21"/>
          <p:cNvSpPr/>
          <p:nvPr/>
        </p:nvSpPr>
        <p:spPr>
          <a:xfrm>
            <a:off x="8302680" y="265176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257" name="Down Arrow 22"/>
          <p:cNvSpPr/>
          <p:nvPr/>
        </p:nvSpPr>
        <p:spPr>
          <a:xfrm>
            <a:off x="9729360" y="3346560"/>
            <a:ext cx="200880" cy="5666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259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60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61" name="TextBox 4"/>
          <p:cNvSpPr/>
          <p:nvPr/>
        </p:nvSpPr>
        <p:spPr>
          <a:xfrm>
            <a:off x="658440" y="475560"/>
            <a:ext cx="10874520" cy="48628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16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Ամբողջական շղթան</a:t>
            </a:r>
            <a:endParaRPr lang="en-US" sz="316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62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263" name="TextBox 6"/>
          <p:cNvSpPr/>
          <p:nvPr/>
        </p:nvSpPr>
        <p:spPr>
          <a:xfrm>
            <a:off x="658440" y="1353240"/>
            <a:ext cx="10874520" cy="2616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Չափման շղթան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64" name="Rounded Rectangle 7"/>
          <p:cNvSpPr/>
          <p:nvPr/>
        </p:nvSpPr>
        <p:spPr>
          <a:xfrm>
            <a:off x="65844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2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ՖԻԶԻԿԱԿԱՆ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ՄԵԾՈՒԹՅՈՒՆ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65" name="TextBox 8"/>
          <p:cNvSpPr/>
          <p:nvPr/>
        </p:nvSpPr>
        <p:spPr>
          <a:xfrm>
            <a:off x="731520" y="2313360"/>
            <a:ext cx="27396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66" name="Rounded Rectangle 9"/>
          <p:cNvSpPr/>
          <p:nvPr/>
        </p:nvSpPr>
        <p:spPr>
          <a:xfrm>
            <a:off x="334656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ՄԵԽԱՆԻԿԱԿԱՆ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2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ԿԱՊԱԿՑՈՒՄ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67" name="TextBox 10"/>
          <p:cNvSpPr/>
          <p:nvPr/>
        </p:nvSpPr>
        <p:spPr>
          <a:xfrm>
            <a:off x="3420000" y="2313360"/>
            <a:ext cx="27396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68" name="Rounded Rectangle 11"/>
          <p:cNvSpPr/>
          <p:nvPr/>
        </p:nvSpPr>
        <p:spPr>
          <a:xfrm>
            <a:off x="603504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ՓՈԽԱԿԵՐՊՈՒՄ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69" name="TextBox 12"/>
          <p:cNvSpPr/>
          <p:nvPr/>
        </p:nvSpPr>
        <p:spPr>
          <a:xfrm>
            <a:off x="6108120" y="2313360"/>
            <a:ext cx="27396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70" name="Rounded Rectangle 13"/>
          <p:cNvSpPr/>
          <p:nvPr/>
        </p:nvSpPr>
        <p:spPr>
          <a:xfrm>
            <a:off x="8723520" y="22860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4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ԱՆԱԼՈԳԱՅԻՆ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ՄՇԱԿՈՒՄ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71" name="TextBox 14"/>
          <p:cNvSpPr/>
          <p:nvPr/>
        </p:nvSpPr>
        <p:spPr>
          <a:xfrm>
            <a:off x="8796600" y="2313360"/>
            <a:ext cx="27396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72" name="Rounded Rectangle 15"/>
          <p:cNvSpPr/>
          <p:nvPr/>
        </p:nvSpPr>
        <p:spPr>
          <a:xfrm>
            <a:off x="8723520" y="406008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3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ՆՄՈՒՇԱՌՈՒՄ ԵՎ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ՔՎԱՆՏԱՑՈՒՄ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73" name="TextBox 16"/>
          <p:cNvSpPr/>
          <p:nvPr/>
        </p:nvSpPr>
        <p:spPr>
          <a:xfrm>
            <a:off x="8796600" y="4087440"/>
            <a:ext cx="27396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74" name="Rounded Rectangle 17"/>
          <p:cNvSpPr/>
          <p:nvPr/>
        </p:nvSpPr>
        <p:spPr>
          <a:xfrm>
            <a:off x="6035040" y="406008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ԿՈԴԵՐ → ՄՀ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4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ՄԻԱՎՈՐՆԵՐ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75" name="TextBox 18"/>
          <p:cNvSpPr/>
          <p:nvPr/>
        </p:nvSpPr>
        <p:spPr>
          <a:xfrm>
            <a:off x="6108120" y="4087440"/>
            <a:ext cx="27396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76" name="Rounded Rectangle 19"/>
          <p:cNvSpPr/>
          <p:nvPr/>
        </p:nvSpPr>
        <p:spPr>
          <a:xfrm>
            <a:off x="3346560" y="406008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8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ԺԱՄԱՆԱԿԱՆԻՇ,</a:t>
            </a:r>
            <a:endParaRPr lang="en-US" sz="118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4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ԳՐԱՆՑՈՒՄ, ՈՐՈՇՈՒՄ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77" name="TextBox 20"/>
          <p:cNvSpPr/>
          <p:nvPr/>
        </p:nvSpPr>
        <p:spPr>
          <a:xfrm>
            <a:off x="3420000" y="4087440"/>
            <a:ext cx="27396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78" name="Right Arrow 21"/>
          <p:cNvSpPr/>
          <p:nvPr/>
        </p:nvSpPr>
        <p:spPr>
          <a:xfrm>
            <a:off x="2926080" y="265176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279" name="Right Arrow 22"/>
          <p:cNvSpPr/>
          <p:nvPr/>
        </p:nvSpPr>
        <p:spPr>
          <a:xfrm>
            <a:off x="5614560" y="265176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280" name="Right Arrow 23"/>
          <p:cNvSpPr/>
          <p:nvPr/>
        </p:nvSpPr>
        <p:spPr>
          <a:xfrm>
            <a:off x="8302680" y="265176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281" name="Down Arrow 24"/>
          <p:cNvSpPr/>
          <p:nvPr/>
        </p:nvSpPr>
        <p:spPr>
          <a:xfrm>
            <a:off x="9729360" y="3346560"/>
            <a:ext cx="200880" cy="5666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282" name="Left Arrow 25"/>
          <p:cNvSpPr/>
          <p:nvPr/>
        </p:nvSpPr>
        <p:spPr>
          <a:xfrm>
            <a:off x="5614560" y="4425840"/>
            <a:ext cx="365400" cy="20088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283" name="Left Arrow 26"/>
          <p:cNvSpPr/>
          <p:nvPr/>
        </p:nvSpPr>
        <p:spPr>
          <a:xfrm>
            <a:off x="2926080" y="4425840"/>
            <a:ext cx="365400" cy="20088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285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86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87" name="TextBox 4"/>
          <p:cNvSpPr/>
          <p:nvPr/>
        </p:nvSpPr>
        <p:spPr>
          <a:xfrm>
            <a:off x="658440" y="475560"/>
            <a:ext cx="10874520" cy="5232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Նույն շղթան՝ իրական թվերով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88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289" name="TextBox 6"/>
          <p:cNvSpPr/>
          <p:nvPr/>
        </p:nvSpPr>
        <p:spPr>
          <a:xfrm>
            <a:off x="658440" y="1353240"/>
            <a:ext cx="10874520" cy="2616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Մեկ 0.9 mg թրթռում՝ ամբողջ ճանապարհը մինչև որոշում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90" name="Rounded Rectangle 7"/>
          <p:cNvSpPr/>
          <p:nvPr/>
        </p:nvSpPr>
        <p:spPr>
          <a:xfrm>
            <a:off x="658440" y="23958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2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ՖԻԶԻԿԱԿԱՆ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ՄԵԾՈՒԹՅՈՒՆ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91" name="TextBox 8"/>
          <p:cNvSpPr/>
          <p:nvPr/>
        </p:nvSpPr>
        <p:spPr>
          <a:xfrm>
            <a:off x="731520" y="2423160"/>
            <a:ext cx="27396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92" name="Rounded Rectangle 9"/>
          <p:cNvSpPr/>
          <p:nvPr/>
        </p:nvSpPr>
        <p:spPr>
          <a:xfrm>
            <a:off x="3346560" y="23958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ՄԵԽԱՆԻԿԱԿԱՆ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2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ԿԱՊԱԿՑՈՒՄ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93" name="TextBox 10"/>
          <p:cNvSpPr/>
          <p:nvPr/>
        </p:nvSpPr>
        <p:spPr>
          <a:xfrm>
            <a:off x="3420000" y="2423160"/>
            <a:ext cx="27396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94" name="Rounded Rectangle 11"/>
          <p:cNvSpPr/>
          <p:nvPr/>
        </p:nvSpPr>
        <p:spPr>
          <a:xfrm>
            <a:off x="6035040" y="23958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ՓՈԽԱԿԵՐՊՈՒՄ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95" name="TextBox 12"/>
          <p:cNvSpPr/>
          <p:nvPr/>
        </p:nvSpPr>
        <p:spPr>
          <a:xfrm>
            <a:off x="6108120" y="2423160"/>
            <a:ext cx="27396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96" name="Rounded Rectangle 13"/>
          <p:cNvSpPr/>
          <p:nvPr/>
        </p:nvSpPr>
        <p:spPr>
          <a:xfrm>
            <a:off x="8723520" y="239580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ԱՆԱԼՈԳԱՅԻՆ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ՄՇԱԿՈՒՄ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97" name="TextBox 14"/>
          <p:cNvSpPr/>
          <p:nvPr/>
        </p:nvSpPr>
        <p:spPr>
          <a:xfrm>
            <a:off x="8796600" y="2423160"/>
            <a:ext cx="27396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98" name="Rounded Rectangle 15"/>
          <p:cNvSpPr/>
          <p:nvPr/>
        </p:nvSpPr>
        <p:spPr>
          <a:xfrm>
            <a:off x="8723520" y="416952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ՆՄՈՒՇԱՌՈՒՄ ԵՎ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ՔՎԱՆՏԱՑՈՒՄ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299" name="TextBox 16"/>
          <p:cNvSpPr/>
          <p:nvPr/>
        </p:nvSpPr>
        <p:spPr>
          <a:xfrm>
            <a:off x="8796600" y="4197240"/>
            <a:ext cx="27396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00" name="Rounded Rectangle 17"/>
          <p:cNvSpPr/>
          <p:nvPr/>
        </p:nvSpPr>
        <p:spPr>
          <a:xfrm>
            <a:off x="6035040" y="416952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ԿՈԴԵՐ → ՄՀ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ՄԻԱՎՈՐՆԵՐ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01" name="TextBox 18"/>
          <p:cNvSpPr/>
          <p:nvPr/>
        </p:nvSpPr>
        <p:spPr>
          <a:xfrm>
            <a:off x="6108120" y="4197240"/>
            <a:ext cx="27396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02" name="Rounded Rectangle 19"/>
          <p:cNvSpPr/>
          <p:nvPr/>
        </p:nvSpPr>
        <p:spPr>
          <a:xfrm>
            <a:off x="3346560" y="416952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ԺԱՄԱՆԱԿԱՆԻՇ,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ԳՐԱՆՑՈՒՄ, ՈՐՈՇՈՒՄ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03" name="TextBox 20"/>
          <p:cNvSpPr/>
          <p:nvPr/>
        </p:nvSpPr>
        <p:spPr>
          <a:xfrm>
            <a:off x="3420000" y="4197240"/>
            <a:ext cx="27396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04" name="Right Arrow 21"/>
          <p:cNvSpPr/>
          <p:nvPr/>
        </p:nvSpPr>
        <p:spPr>
          <a:xfrm>
            <a:off x="2926080" y="276156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305" name="TextBox 22"/>
          <p:cNvSpPr/>
          <p:nvPr/>
        </p:nvSpPr>
        <p:spPr>
          <a:xfrm>
            <a:off x="2359080" y="2084760"/>
            <a:ext cx="1499400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0.9 mg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06" name="Right Arrow 23"/>
          <p:cNvSpPr/>
          <p:nvPr/>
        </p:nvSpPr>
        <p:spPr>
          <a:xfrm>
            <a:off x="5614560" y="276156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307" name="TextBox 24"/>
          <p:cNvSpPr/>
          <p:nvPr/>
        </p:nvSpPr>
        <p:spPr>
          <a:xfrm>
            <a:off x="5047560" y="2084760"/>
            <a:ext cx="1499400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0.6 mg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08" name="Right Arrow 25"/>
          <p:cNvSpPr/>
          <p:nvPr/>
        </p:nvSpPr>
        <p:spPr>
          <a:xfrm>
            <a:off x="8302680" y="276156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309" name="TextBox 26"/>
          <p:cNvSpPr/>
          <p:nvPr/>
        </p:nvSpPr>
        <p:spPr>
          <a:xfrm>
            <a:off x="7735680" y="2084760"/>
            <a:ext cx="1499400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1.4 mV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10" name="Down Arrow 27"/>
          <p:cNvSpPr/>
          <p:nvPr/>
        </p:nvSpPr>
        <p:spPr>
          <a:xfrm>
            <a:off x="9729360" y="3456360"/>
            <a:ext cx="200880" cy="5666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311" name="Left Arrow 28"/>
          <p:cNvSpPr/>
          <p:nvPr/>
        </p:nvSpPr>
        <p:spPr>
          <a:xfrm>
            <a:off x="5614560" y="4535280"/>
            <a:ext cx="365400" cy="20088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312" name="TextBox 29"/>
          <p:cNvSpPr/>
          <p:nvPr/>
        </p:nvSpPr>
        <p:spPr>
          <a:xfrm>
            <a:off x="5047560" y="3858840"/>
            <a:ext cx="1499400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կոդ 8412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13" name="Left Arrow 30"/>
          <p:cNvSpPr/>
          <p:nvPr/>
        </p:nvSpPr>
        <p:spPr>
          <a:xfrm>
            <a:off x="2926080" y="4535280"/>
            <a:ext cx="365400" cy="20088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314" name="TextBox 31"/>
          <p:cNvSpPr/>
          <p:nvPr/>
        </p:nvSpPr>
        <p:spPr>
          <a:xfrm>
            <a:off x="2359080" y="3858840"/>
            <a:ext cx="1499400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0.61 mg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15" name="Rounded Rectangle 32"/>
          <p:cNvSpPr/>
          <p:nvPr/>
        </p:nvSpPr>
        <p:spPr>
          <a:xfrm>
            <a:off x="658440" y="5596200"/>
            <a:ext cx="10874520" cy="566640"/>
          </a:xfrm>
          <a:prstGeom prst="roundRect">
            <a:avLst>
              <a:gd name="adj" fmla="val 10000"/>
            </a:avLst>
          </a:prstGeom>
          <a:solidFill>
            <a:srgbClr val="FAECD8"/>
          </a:solidFill>
          <a:ln w="15875">
            <a:solidFill>
              <a:srgbClr val="D9832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Ուշադրություն 2-րդ փուլին. մեխանիկական ուղին արդեն կորցրել է ազդանշանի մեկ երրորդը — դեռ ոչ մի էլեկտրոն չի շարժվել։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317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18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19" name="TextBox 4"/>
          <p:cNvSpPr/>
          <p:nvPr/>
        </p:nvSpPr>
        <p:spPr>
          <a:xfrm>
            <a:off x="658440" y="475560"/>
            <a:ext cx="10874520" cy="41857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72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Որտեղ է կորչում ճշմարտությունը</a:t>
            </a:r>
            <a:endParaRPr lang="en-US" sz="272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20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321" name="TextBox 6"/>
          <p:cNvSpPr/>
          <p:nvPr/>
        </p:nvSpPr>
        <p:spPr>
          <a:xfrm>
            <a:off x="658440" y="1353240"/>
            <a:ext cx="10874520" cy="2616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700" b="0" i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և արդյոք երբևէ կարող եք վերականգնել այն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graphicFrame>
        <p:nvGraphicFramePr>
          <p:cNvPr id="322" name="Table 7"/>
          <p:cNvGraphicFramePr/>
          <p:nvPr>
            <p:extLst>
              <p:ext uri="{D42A27DB-BD31-4B8C-83A1-F6EECF244321}">
                <p14:modId xmlns:p14="http://schemas.microsoft.com/office/powerpoint/2010/main" val="1045089198"/>
              </p:ext>
            </p:extLst>
          </p:nvPr>
        </p:nvGraphicFramePr>
        <p:xfrm>
          <a:off x="658440" y="1920240"/>
          <a:ext cx="10874520" cy="3826560"/>
        </p:xfrm>
        <a:graphic>
          <a:graphicData uri="http://schemas.openxmlformats.org/drawingml/2006/table">
            <a:tbl>
              <a:tblPr/>
              <a:tblGrid>
                <a:gridCol w="293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84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20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 dirty="0" err="1">
                          <a:solidFill>
                            <a:srgbClr val="F7F5F1"/>
                          </a:solidFill>
                          <a:effectLst/>
                          <a:uFillTx/>
                          <a:latin typeface="DejaVu Sans"/>
                        </a:rPr>
                        <a:t>Փուլ</a:t>
                      </a:r>
                      <a:endParaRPr lang="en-US" sz="1600" b="0" u="none" strike="noStrike" dirty="0" err="1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F24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 dirty="0" err="1">
                          <a:solidFill>
                            <a:srgbClr val="F7F5F1"/>
                          </a:solidFill>
                          <a:effectLst/>
                          <a:uFillTx/>
                          <a:latin typeface="DejaVu Sans"/>
                        </a:rPr>
                        <a:t>Ինչ</a:t>
                      </a:r>
                      <a:r>
                        <a:rPr lang="en-US" sz="1600" b="1" u="none" strike="noStrike" dirty="0">
                          <a:solidFill>
                            <a:srgbClr val="F7F5F1"/>
                          </a:solidFill>
                          <a:effectLst/>
                          <a:uFillTx/>
                          <a:latin typeface="DejaVu Sans"/>
                        </a:rPr>
                        <a:t> է </a:t>
                      </a:r>
                      <a:r>
                        <a:rPr lang="en-US" sz="1600" b="1" u="none" strike="noStrike" dirty="0" err="1">
                          <a:solidFill>
                            <a:srgbClr val="F7F5F1"/>
                          </a:solidFill>
                          <a:effectLst/>
                          <a:uFillTx/>
                          <a:latin typeface="DejaVu Sans"/>
                        </a:rPr>
                        <a:t>կորչում</a:t>
                      </a:r>
                      <a:endParaRPr lang="en-US" sz="1600" b="0" u="none" strike="noStrike" dirty="0" err="1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F24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 dirty="0" err="1">
                          <a:solidFill>
                            <a:srgbClr val="F7F5F1"/>
                          </a:solidFill>
                          <a:effectLst/>
                          <a:uFillTx/>
                          <a:latin typeface="DejaVu Sans"/>
                        </a:rPr>
                        <a:t>Վերականգնելի</a:t>
                      </a:r>
                      <a:r>
                        <a:rPr lang="en-US" sz="1600" b="1" u="none" strike="noStrike" dirty="0">
                          <a:solidFill>
                            <a:srgbClr val="F7F5F1"/>
                          </a:solidFill>
                          <a:effectLst/>
                          <a:uFillTx/>
                          <a:latin typeface="DejaVu Sans"/>
                        </a:rPr>
                        <a:t>՞ է </a:t>
                      </a:r>
                      <a:r>
                        <a:rPr lang="en-US" sz="1600" b="1" u="none" strike="noStrike" dirty="0" err="1">
                          <a:solidFill>
                            <a:srgbClr val="F7F5F1"/>
                          </a:solidFill>
                          <a:effectLst/>
                          <a:uFillTx/>
                          <a:latin typeface="DejaVu Sans"/>
                        </a:rPr>
                        <a:t>հետո</a:t>
                      </a:r>
                      <a:endParaRPr lang="en-US" sz="1600" b="0" u="none" strike="noStrike" dirty="0" err="1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F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20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2  </a:t>
                      </a:r>
                      <a:r>
                        <a:rPr lang="en-US" sz="1400" b="1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Մեխանիկական</a:t>
                      </a:r>
                      <a:r>
                        <a:rPr lang="en-US" sz="1400" b="1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</a:t>
                      </a:r>
                      <a:r>
                        <a:rPr lang="en-US" sz="1400" b="1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կապակցում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ամպլիտուդ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և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փուլ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,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հաճախությունից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կախված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Ոչ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20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3  </a:t>
                      </a:r>
                      <a:r>
                        <a:rPr lang="en-US" sz="1400" b="1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Փոխակերպում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առանցքային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խաչաձև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ազդեցություն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,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ոչ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գծայնություն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,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ջերմային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շեղում</a:t>
                      </a:r>
                      <a:endParaRPr lang="en-US" sz="1400" b="0" u="none" strike="noStrike" dirty="0" err="1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Մասամբ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—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ստուգաչափմամբ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20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4  </a:t>
                      </a:r>
                      <a:r>
                        <a:rPr lang="en-US" sz="1400" b="1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Մշակում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հագեցումը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կտրում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է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գագաթները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.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սխալ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ֆիլտրը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սպանում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է ազդանշանը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Ոչ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20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5  </a:t>
                      </a:r>
                      <a:r>
                        <a:rPr lang="en-US" sz="1400" b="1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Նմուշառում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ամեն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ինչ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նմուշառման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հաճախության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կիսից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վեր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՝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ալիասինգով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ներս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է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ընկնում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Երբեք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20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5  </a:t>
                      </a:r>
                      <a:r>
                        <a:rPr lang="en-US" sz="1400" b="1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Քվանտացում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մանրամասնություն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մեկ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LSB-ից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ցածր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Մասամբ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—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միջինացմամբ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20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6  </a:t>
                      </a:r>
                      <a:r>
                        <a:rPr lang="en-US" sz="1400" b="1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Միավորների</a:t>
                      </a:r>
                      <a:r>
                        <a:rPr lang="en-US" sz="1400" b="1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</a:t>
                      </a:r>
                      <a:r>
                        <a:rPr lang="en-US" sz="1400" b="1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բերում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ճշտություն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,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եթե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զգայունության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հաստատունը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սխալ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է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Այո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20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7  </a:t>
                      </a:r>
                      <a:r>
                        <a:rPr lang="en-US" sz="1400" b="1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Ժամանականիշ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ժամանակի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առանցքը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,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հետևաբար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՝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ամբողջ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հաճախային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պարունակությունը</a:t>
                      </a:r>
                      <a:endParaRPr lang="en-US" sz="1400" b="0" u="none" strike="noStrike" dirty="0" err="1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Ոչ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23" name="TextBox 8"/>
          <p:cNvSpPr/>
          <p:nvPr/>
        </p:nvSpPr>
        <p:spPr>
          <a:xfrm>
            <a:off x="658440" y="5943600"/>
            <a:ext cx="10874520" cy="24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C0392B"/>
                </a:solidFill>
                <a:effectLst/>
                <a:uFillTx/>
                <a:latin typeface="Ghea Grapalat"/>
              </a:rPr>
              <a:t>Սրանցից երեքը անվերադարձ են։ Նախագծման որոշումներ են, ոչ ստուգաչափման խնդիրներ։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325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26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27" name="TextBox 4"/>
          <p:cNvSpPr/>
          <p:nvPr/>
        </p:nvSpPr>
        <p:spPr>
          <a:xfrm>
            <a:off x="658440" y="274320"/>
            <a:ext cx="10874520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D98324"/>
                </a:solidFill>
                <a:effectLst/>
                <a:uFillTx/>
                <a:latin typeface="Ghea Grapalat"/>
              </a:rPr>
              <a:t>ՀԱՐՑՈՒՄ 2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28" name="TextBox 5"/>
          <p:cNvSpPr/>
          <p:nvPr/>
        </p:nvSpPr>
        <p:spPr>
          <a:xfrm>
            <a:off x="658440" y="658440"/>
            <a:ext cx="10874520" cy="73186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t">
            <a:spAutoFit/>
          </a:bodyPr>
          <a:lstStyle/>
          <a:p>
            <a:pPr defTabSz="457200">
              <a:lnSpc>
                <a:spcPct val="120000"/>
              </a:lnSpc>
            </a:pPr>
            <a:r>
              <a:rPr lang="en-US" sz="205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0.061 mg </a:t>
            </a:r>
            <a:r>
              <a:rPr lang="en-US" sz="2050" b="1" dirty="0" err="1">
                <a:solidFill>
                  <a:srgbClr val="1A1F24"/>
                </a:solidFill>
                <a:latin typeface="Ghea Grapalat"/>
              </a:rPr>
              <a:t>կետայնությամբ</a:t>
            </a:r>
            <a:r>
              <a:rPr lang="en-US" sz="2050" b="1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en-US" sz="2050" b="1" dirty="0" err="1">
                <a:solidFill>
                  <a:srgbClr val="1A1F24"/>
                </a:solidFill>
                <a:latin typeface="Ghea Grapalat"/>
              </a:rPr>
              <a:t>աքսելերոմետրը</a:t>
            </a:r>
            <a:r>
              <a:rPr lang="en-US" sz="205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205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ամրացված</a:t>
            </a:r>
            <a:r>
              <a:rPr lang="en-US" sz="205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է </a:t>
            </a:r>
            <a:r>
              <a:rPr lang="en-US" sz="205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շարժիչի</a:t>
            </a:r>
            <a:r>
              <a:rPr lang="en-US" sz="205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205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իրանին</a:t>
            </a:r>
            <a:r>
              <a:rPr lang="en-US" sz="205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5 </a:t>
            </a:r>
            <a:r>
              <a:rPr lang="en-US" sz="205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մմ ռետինե</a:t>
            </a:r>
            <a:r>
              <a:rPr lang="en-US" sz="205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205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միջադիրի</a:t>
            </a:r>
            <a:r>
              <a:rPr lang="en-US" sz="205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205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միջոցով։</a:t>
            </a:r>
            <a:r>
              <a:rPr lang="en-US" sz="205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205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Ո՞ր</a:t>
            </a:r>
            <a:r>
              <a:rPr lang="en-US" sz="205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205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փուլն</a:t>
            </a:r>
            <a:r>
              <a:rPr lang="en-US" sz="205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է </a:t>
            </a:r>
            <a:r>
              <a:rPr lang="en-US" sz="205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արդեն</a:t>
            </a:r>
            <a:r>
              <a:rPr lang="en-US" sz="205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205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ոչնչացրել</a:t>
            </a:r>
            <a:r>
              <a:rPr lang="en-US" sz="205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205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հաղորդված</a:t>
            </a:r>
            <a:r>
              <a:rPr lang="en-US" sz="205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205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թվի</a:t>
            </a:r>
            <a:r>
              <a:rPr lang="en-US" sz="205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205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ճշտությունը</a:t>
            </a:r>
            <a:endParaRPr lang="en-US" sz="2050" b="0" u="none" strike="noStrike" dirty="0" err="1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29" name="Rounded Rectangle 6"/>
          <p:cNvSpPr/>
          <p:nvPr/>
        </p:nvSpPr>
        <p:spPr>
          <a:xfrm>
            <a:off x="658440" y="248724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30" name="TextBox 7"/>
          <p:cNvSpPr/>
          <p:nvPr/>
        </p:nvSpPr>
        <p:spPr>
          <a:xfrm>
            <a:off x="859680" y="2606040"/>
            <a:ext cx="45684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31" name="TextBox 8"/>
          <p:cNvSpPr/>
          <p:nvPr/>
        </p:nvSpPr>
        <p:spPr>
          <a:xfrm>
            <a:off x="1371600" y="2615040"/>
            <a:ext cx="9868680" cy="2462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Թվայնացումը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— 16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բիթը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չի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կարող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ապահովել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երեք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տասնորդական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նշան</a:t>
            </a:r>
            <a:endParaRPr lang="en-US" sz="1600" b="0" u="none" strike="noStrike" dirty="0" err="1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32" name="Rounded Rectangle 9"/>
          <p:cNvSpPr/>
          <p:nvPr/>
        </p:nvSpPr>
        <p:spPr>
          <a:xfrm>
            <a:off x="658440" y="329184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33" name="TextBox 10"/>
          <p:cNvSpPr/>
          <p:nvPr/>
        </p:nvSpPr>
        <p:spPr>
          <a:xfrm>
            <a:off x="859680" y="3410640"/>
            <a:ext cx="45684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34" name="TextBox 11"/>
          <p:cNvSpPr/>
          <p:nvPr/>
        </p:nvSpPr>
        <p:spPr>
          <a:xfrm>
            <a:off x="1371600" y="3420000"/>
            <a:ext cx="9868680" cy="2462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Միավորների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ձևափոխումը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— mg-ը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երբեք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չի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վերածվել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m/s²-ի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35" name="Rounded Rectangle 12"/>
          <p:cNvSpPr/>
          <p:nvPr/>
        </p:nvSpPr>
        <p:spPr>
          <a:xfrm>
            <a:off x="658440" y="409644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36" name="TextBox 13"/>
          <p:cNvSpPr/>
          <p:nvPr/>
        </p:nvSpPr>
        <p:spPr>
          <a:xfrm>
            <a:off x="859680" y="4215240"/>
            <a:ext cx="45684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37" name="TextBox 14"/>
          <p:cNvSpPr/>
          <p:nvPr/>
        </p:nvSpPr>
        <p:spPr>
          <a:xfrm>
            <a:off x="1371600" y="4224600"/>
            <a:ext cx="9868680" cy="2462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Մեխանիկական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կապակցումը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—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ռետինե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միջադիրը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ֆիլտրում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է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թրթռումը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,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մինչ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էլեկտրոնիկան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տեսնի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այն</a:t>
            </a:r>
            <a:endParaRPr lang="en-US" sz="1600" b="0" u="none" strike="noStrike" dirty="0" err="1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38" name="Rounded Rectangle 15"/>
          <p:cNvSpPr/>
          <p:nvPr/>
        </p:nvSpPr>
        <p:spPr>
          <a:xfrm>
            <a:off x="658440" y="490104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39" name="TextBox 16"/>
          <p:cNvSpPr/>
          <p:nvPr/>
        </p:nvSpPr>
        <p:spPr>
          <a:xfrm>
            <a:off x="859680" y="5020200"/>
            <a:ext cx="45684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40" name="TextBox 17"/>
          <p:cNvSpPr/>
          <p:nvPr/>
        </p:nvSpPr>
        <p:spPr>
          <a:xfrm>
            <a:off x="1371600" y="5029200"/>
            <a:ext cx="9868680" cy="2507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29" b="0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Ոչ մի փուլ — 0.061 mg լուծունակությունը երաշխավորում է, որ նշանները իմաստալից են</a:t>
            </a:r>
            <a:endParaRPr lang="en-US" sz="1629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343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44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45" name="TextBox 4"/>
          <p:cNvSpPr/>
          <p:nvPr/>
        </p:nvSpPr>
        <p:spPr>
          <a:xfrm>
            <a:off x="658440" y="274320"/>
            <a:ext cx="10874520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/>
            <a:r>
              <a:rPr lang="en-US" sz="12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ՀԱՐՑՈՒՄ 2   </a:t>
            </a:r>
            <a:r>
              <a:rPr lang="en-US" sz="1200" b="1">
                <a:solidFill>
                  <a:srgbClr val="0E7C86"/>
                </a:solidFill>
                <a:latin typeface="Ghea Grapalat"/>
              </a:rPr>
              <a:t>·   </a:t>
            </a:r>
            <a:r>
              <a:rPr lang="en-US" sz="12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ՊԱՏԱՍԽԱՆ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46" name="TextBox 5"/>
          <p:cNvSpPr/>
          <p:nvPr/>
        </p:nvSpPr>
        <p:spPr>
          <a:xfrm>
            <a:off x="658440" y="658440"/>
            <a:ext cx="10874520" cy="73186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20000"/>
              </a:lnSpc>
            </a:pPr>
            <a:r>
              <a:rPr lang="en-US" sz="205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0.061 mg լուծունակությամբ աքսելերոմետրը ամրացված է շարժիչի իրանին 5 մմ ռետինե միջադիրի միջոցով։ Ո՞ր փուլն է արդեն ոչնչացրել հաղորդված թվի ճշտությունը</a:t>
            </a:r>
            <a:endParaRPr lang="en-US" sz="205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47" name="Rounded Rectangle 6"/>
          <p:cNvSpPr/>
          <p:nvPr/>
        </p:nvSpPr>
        <p:spPr>
          <a:xfrm>
            <a:off x="658440" y="248724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48" name="TextBox 7"/>
          <p:cNvSpPr/>
          <p:nvPr/>
        </p:nvSpPr>
        <p:spPr>
          <a:xfrm>
            <a:off x="859680" y="2606040"/>
            <a:ext cx="45684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49" name="TextBox 8"/>
          <p:cNvSpPr/>
          <p:nvPr/>
        </p:nvSpPr>
        <p:spPr>
          <a:xfrm>
            <a:off x="1371600" y="2615040"/>
            <a:ext cx="9868680" cy="27699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Թվայնացումը — 16 բիթը չի կարող ապահովել երեք տասնորդական նշան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50" name="Rounded Rectangle 9"/>
          <p:cNvSpPr/>
          <p:nvPr/>
        </p:nvSpPr>
        <p:spPr>
          <a:xfrm>
            <a:off x="658440" y="329184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51" name="TextBox 10"/>
          <p:cNvSpPr/>
          <p:nvPr/>
        </p:nvSpPr>
        <p:spPr>
          <a:xfrm>
            <a:off x="859680" y="3410640"/>
            <a:ext cx="45684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52" name="TextBox 11"/>
          <p:cNvSpPr/>
          <p:nvPr/>
        </p:nvSpPr>
        <p:spPr>
          <a:xfrm>
            <a:off x="1371600" y="3420000"/>
            <a:ext cx="9868680" cy="27699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Միավորների ձևափոխումը — mg-ը երբեք չի վերածվել m/s²-ի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53" name="Rounded Rectangle 12"/>
          <p:cNvSpPr/>
          <p:nvPr/>
        </p:nvSpPr>
        <p:spPr>
          <a:xfrm>
            <a:off x="658440" y="409644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DCEDEF"/>
          </a:solidFill>
          <a:ln w="317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54" name="TextBox 13"/>
          <p:cNvSpPr/>
          <p:nvPr/>
        </p:nvSpPr>
        <p:spPr>
          <a:xfrm>
            <a:off x="859680" y="4215240"/>
            <a:ext cx="45684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55" name="TextBox 14"/>
          <p:cNvSpPr/>
          <p:nvPr/>
        </p:nvSpPr>
        <p:spPr>
          <a:xfrm>
            <a:off x="1371600" y="4224600"/>
            <a:ext cx="9868680" cy="55399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Մեխանիկական կապակցումը — ռետինե միջադիրը ֆիլտրում է թրթռումը, մինչ էլեկտրոնիկան տեսնի այն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56" name="Rounded Rectangle 15"/>
          <p:cNvSpPr/>
          <p:nvPr/>
        </p:nvSpPr>
        <p:spPr>
          <a:xfrm>
            <a:off x="658440" y="490104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57" name="TextBox 16"/>
          <p:cNvSpPr/>
          <p:nvPr/>
        </p:nvSpPr>
        <p:spPr>
          <a:xfrm>
            <a:off x="859680" y="5020200"/>
            <a:ext cx="45684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58" name="TextBox 17"/>
          <p:cNvSpPr/>
          <p:nvPr/>
        </p:nvSpPr>
        <p:spPr>
          <a:xfrm>
            <a:off x="1371600" y="5029200"/>
            <a:ext cx="9868680" cy="2507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29" b="0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Ոչ մի փուլ — 0.061 mg լուծունակությունը երաշխավորում է, որ նշանները իմաստալից են</a:t>
            </a:r>
            <a:endParaRPr lang="en-US" sz="1629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59" name="TextBox 18"/>
          <p:cNvSpPr/>
          <p:nvPr/>
        </p:nvSpPr>
        <p:spPr>
          <a:xfrm>
            <a:off x="658440" y="5541120"/>
            <a:ext cx="10874520" cy="5557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25000"/>
              </a:lnSpc>
            </a:pPr>
            <a:r>
              <a:rPr lang="en-US" sz="1500" b="0" i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Չափման շղթան սկսվում է տվիչից առաջ։ Եթե մեխանիկական ուղին «ստում է» իներցիոն զանգվածին, հետագա ոչ մի ճշգրտություն ճշմարտությունը չի վերականգնի։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A1F2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361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62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Ghea Grapalat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63" name="TextBox 4"/>
          <p:cNvSpPr/>
          <p:nvPr/>
        </p:nvSpPr>
        <p:spPr>
          <a:xfrm>
            <a:off x="658440" y="274320"/>
            <a:ext cx="10874520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>
                <a:solidFill>
                  <a:srgbClr val="D98324"/>
                </a:solidFill>
                <a:latin typeface="Ghea Grapalat"/>
              </a:rPr>
              <a:t>ՀԻՇԵ՛Ք</a:t>
            </a:r>
            <a:r>
              <a:rPr lang="en-US" sz="1200" b="1" u="none" strike="noStrike">
                <a:solidFill>
                  <a:srgbClr val="D98324"/>
                </a:solidFill>
                <a:effectLst/>
                <a:uFillTx/>
                <a:latin typeface="Ghea Grapalat"/>
              </a:rPr>
              <a:t> </a:t>
            </a:r>
            <a:r>
              <a:rPr lang="en-US" sz="1200" b="1">
                <a:solidFill>
                  <a:srgbClr val="D98324"/>
                </a:solidFill>
                <a:latin typeface="Ghea Grapalat"/>
              </a:rPr>
              <a:t>ՈՐ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64" name="TextBox 5"/>
          <p:cNvSpPr/>
          <p:nvPr/>
        </p:nvSpPr>
        <p:spPr>
          <a:xfrm>
            <a:off x="658440" y="1965960"/>
            <a:ext cx="10874520" cy="140653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8000"/>
              </a:lnSpc>
            </a:pPr>
            <a:r>
              <a:rPr lang="en-US" sz="4000" b="1" u="none" strike="noStrike">
                <a:solidFill>
                  <a:srgbClr val="F7F5F1"/>
                </a:solidFill>
                <a:effectLst/>
                <a:uFillTx/>
                <a:latin typeface="Ghea Grapalat"/>
              </a:rPr>
              <a:t>Շղթան սկսվում է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defTabSz="457200">
              <a:lnSpc>
                <a:spcPct val="118000"/>
              </a:lnSpc>
            </a:pPr>
            <a:r>
              <a:rPr lang="en-US" sz="4000" b="1" u="none" strike="noStrike">
                <a:solidFill>
                  <a:srgbClr val="F7F5F1"/>
                </a:solidFill>
                <a:effectLst/>
                <a:uFillTx/>
                <a:latin typeface="Ghea Grapalat"/>
              </a:rPr>
              <a:t>տվիչից առաջ։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65" name="Rectangle 6"/>
          <p:cNvSpPr/>
          <p:nvPr/>
        </p:nvSpPr>
        <p:spPr>
          <a:xfrm>
            <a:off x="658440" y="4617720"/>
            <a:ext cx="1371240" cy="50400"/>
          </a:xfrm>
          <a:prstGeom prst="rect">
            <a:avLst/>
          </a:prstGeom>
          <a:solidFill>
            <a:srgbClr val="D9832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366" name="TextBox 7"/>
          <p:cNvSpPr/>
          <p:nvPr/>
        </p:nvSpPr>
        <p:spPr>
          <a:xfrm>
            <a:off x="658440" y="4892040"/>
            <a:ext cx="9960120" cy="72955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30000"/>
              </a:lnSpc>
            </a:pPr>
            <a:r>
              <a:rPr lang="en-US" sz="1900" b="0" u="none" strike="noStrike">
                <a:solidFill>
                  <a:srgbClr val="B8C0C6"/>
                </a:solidFill>
                <a:effectLst/>
                <a:uFillTx/>
                <a:latin typeface="Ghea Grapalat"/>
              </a:rPr>
              <a:t>Ձեր չափիչ սարքը ներառում է պտուտակը, ամրակն ու իրանը։ Դրանցից ոչ մեկը datasheet-ում չկա, և բոլորն էլ ձե՛րն են։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A1F2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368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69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Ghea Grapalat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70" name="TextBox 4"/>
          <p:cNvSpPr/>
          <p:nvPr/>
        </p:nvSpPr>
        <p:spPr>
          <a:xfrm>
            <a:off x="658440" y="274320"/>
            <a:ext cx="10874520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ՄԱՍ 2  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71" name="TextBox 5"/>
          <p:cNvSpPr/>
          <p:nvPr/>
        </p:nvSpPr>
        <p:spPr>
          <a:xfrm>
            <a:off x="658440" y="1737360"/>
            <a:ext cx="9045720" cy="73295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4400" b="1" u="none" strike="noStrike">
                <a:solidFill>
                  <a:srgbClr val="F7F5F1"/>
                </a:solidFill>
                <a:effectLst/>
                <a:uFillTx/>
                <a:latin typeface="Ghea Grapalat"/>
              </a:rPr>
              <a:t>Ինչու է միկրոաշխարհը այլ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73" name="Rectangle 7"/>
          <p:cNvSpPr/>
          <p:nvPr/>
        </p:nvSpPr>
        <p:spPr>
          <a:xfrm>
            <a:off x="658440" y="3794760"/>
            <a:ext cx="1371240" cy="5040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374" name="TextBox 8"/>
          <p:cNvSpPr/>
          <p:nvPr/>
        </p:nvSpPr>
        <p:spPr>
          <a:xfrm>
            <a:off x="658440" y="4160520"/>
            <a:ext cx="10874520" cy="82804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50000"/>
              </a:lnSpc>
            </a:pPr>
            <a:r>
              <a:rPr lang="hy-AM" sz="1900" dirty="0">
                <a:solidFill>
                  <a:srgbClr val="B8C0C6"/>
                </a:solidFill>
                <a:latin typeface="Ghea Grapalat"/>
              </a:rPr>
              <a:t>Դուք երեք տարի եք ծախսել՝ մեքենաների վերաբերյալ ինտուիցիա </a:t>
            </a:r>
            <a:r>
              <a:rPr lang="hy-AM" sz="1900" dirty="0" err="1">
                <a:solidFill>
                  <a:srgbClr val="B8C0C6"/>
                </a:solidFill>
                <a:latin typeface="Ghea Grapalat"/>
              </a:rPr>
              <a:t>ձևավորելու</a:t>
            </a:r>
            <a:r>
              <a:rPr lang="hy-AM" sz="1900" dirty="0">
                <a:solidFill>
                  <a:srgbClr val="B8C0C6"/>
                </a:solidFill>
                <a:latin typeface="Ghea Grapalat"/>
              </a:rPr>
              <a:t> համար: </a:t>
            </a:r>
            <a:r>
              <a:rPr lang="hy-AM" sz="1900" dirty="0" err="1">
                <a:solidFill>
                  <a:srgbClr val="B8C0C6"/>
                </a:solidFill>
                <a:latin typeface="Ghea Grapalat"/>
              </a:rPr>
              <a:t>Միկրոմետրային</a:t>
            </a:r>
            <a:r>
              <a:rPr lang="hy-AM" sz="1900" dirty="0">
                <a:solidFill>
                  <a:srgbClr val="B8C0C6"/>
                </a:solidFill>
                <a:latin typeface="Ghea Grapalat"/>
              </a:rPr>
              <a:t> մասշտաբում այդ ինտուիցիայի կեսը շրջվում է</a:t>
            </a:r>
            <a:r>
              <a:rPr lang="en-US" sz="1900" dirty="0">
                <a:solidFill>
                  <a:srgbClr val="B8C0C6"/>
                </a:solidFill>
                <a:latin typeface="Ghea Grapalat"/>
              </a:rPr>
              <a:t>: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376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MEMS և </a:t>
            </a:r>
            <a:r>
              <a:rPr lang="en-US" sz="110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տվիչներ</a:t>
            </a:r>
            <a:r>
              <a:rPr lang="en-US" sz="11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 ·  </a:t>
            </a:r>
            <a:r>
              <a:rPr lang="en-US" sz="110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Դասախոսություն</a:t>
            </a:r>
            <a:r>
              <a:rPr lang="en-US" sz="11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1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77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78" name="TextBox 4"/>
          <p:cNvSpPr/>
          <p:nvPr/>
        </p:nvSpPr>
        <p:spPr>
          <a:xfrm>
            <a:off x="658440" y="475560"/>
            <a:ext cx="10874520" cy="5232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Ինչ</a:t>
            </a:r>
            <a:r>
              <a:rPr lang="en-US" sz="34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34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կա</a:t>
            </a:r>
            <a:r>
              <a:rPr lang="en-US" sz="34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34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իրականում</a:t>
            </a:r>
            <a:r>
              <a:rPr lang="en-US" sz="34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34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ներսում</a:t>
            </a:r>
            <a:endParaRPr lang="en-US" sz="3400" b="0" u="none" strike="noStrike" dirty="0" err="1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79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380" name="TextBox 6"/>
          <p:cNvSpPr/>
          <p:nvPr/>
        </p:nvSpPr>
        <p:spPr>
          <a:xfrm>
            <a:off x="658440" y="1353240"/>
            <a:ext cx="10874520" cy="2616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7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Ունակային</a:t>
            </a:r>
            <a:r>
              <a:rPr lang="en-US" sz="17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MEMS </a:t>
            </a:r>
            <a:r>
              <a:rPr lang="en-US" sz="17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աքսելերոմետր</a:t>
            </a:r>
            <a:r>
              <a:rPr lang="en-US" sz="17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՝ </a:t>
            </a:r>
            <a:r>
              <a:rPr lang="en-US" sz="17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լայնական</a:t>
            </a:r>
            <a:r>
              <a:rPr lang="en-US" sz="17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7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կտրվածքով</a:t>
            </a:r>
            <a:endParaRPr lang="en-US" sz="1700" b="0" u="none" strike="noStrike" dirty="0" err="1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81" name="Rectangle 7"/>
          <p:cNvSpPr/>
          <p:nvPr/>
        </p:nvSpPr>
        <p:spPr>
          <a:xfrm>
            <a:off x="3108960" y="2148840"/>
            <a:ext cx="5851800" cy="383760"/>
          </a:xfrm>
          <a:prstGeom prst="rect">
            <a:avLst/>
          </a:prstGeom>
          <a:solidFill>
            <a:srgbClr val="E4E2DE"/>
          </a:solidFill>
          <a:ln w="15875">
            <a:solidFill>
              <a:srgbClr val="6B768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ԱՆՇԱՐԺ ԹԻԹԵՂ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82" name="Rectangle 8"/>
          <p:cNvSpPr/>
          <p:nvPr/>
        </p:nvSpPr>
        <p:spPr>
          <a:xfrm>
            <a:off x="3108960" y="4224600"/>
            <a:ext cx="5851800" cy="383760"/>
          </a:xfrm>
          <a:prstGeom prst="rect">
            <a:avLst/>
          </a:prstGeom>
          <a:solidFill>
            <a:srgbClr val="E4E2DE"/>
          </a:solidFill>
          <a:ln w="15875">
            <a:solidFill>
              <a:srgbClr val="6B768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ԱՆՇԱՐԺ ԹԻԹԵՂ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83" name="Rectangle 9"/>
          <p:cNvSpPr/>
          <p:nvPr/>
        </p:nvSpPr>
        <p:spPr>
          <a:xfrm>
            <a:off x="4206240" y="2999160"/>
            <a:ext cx="3657240" cy="785880"/>
          </a:xfrm>
          <a:prstGeom prst="rect">
            <a:avLst/>
          </a:prstGeom>
          <a:solidFill>
            <a:srgbClr val="DCEDEF"/>
          </a:solidFill>
          <a:ln w="2540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6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ԻՆԵՐՑԻՈՆ ԶԱՆԳՎԱԾ  m</a:t>
            </a:r>
            <a:endParaRPr lang="en-US" sz="146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84" name="Freeform 10"/>
          <p:cNvSpPr/>
          <p:nvPr/>
        </p:nvSpPr>
        <p:spPr>
          <a:xfrm>
            <a:off x="3383280" y="3017520"/>
            <a:ext cx="639720" cy="767880"/>
          </a:xfrm>
          <a:custGeom>
            <a:avLst/>
            <a:gdLst>
              <a:gd name="textAreaLeft" fmla="*/ 0 w 639720"/>
              <a:gd name="textAreaRight" fmla="*/ 640080 w 639720"/>
              <a:gd name="textAreaTop" fmla="*/ 0 h 767880"/>
              <a:gd name="textAreaBottom" fmla="*/ 768240 h 767880"/>
            </a:gdLst>
            <a:ahLst/>
            <a:cxnLst/>
            <a:rect l="textAreaLeft" t="textAreaTop" r="textAreaRight" b="textAreaBottom"/>
            <a:pathLst>
              <a:path w="640080" h="768096">
                <a:moveTo>
                  <a:pt x="0" y="0"/>
                </a:moveTo>
                <a:lnTo>
                  <a:pt x="640080" y="96012"/>
                </a:lnTo>
                <a:lnTo>
                  <a:pt x="0" y="192024"/>
                </a:lnTo>
                <a:lnTo>
                  <a:pt x="640080" y="288036"/>
                </a:lnTo>
                <a:lnTo>
                  <a:pt x="0" y="384048"/>
                </a:lnTo>
                <a:lnTo>
                  <a:pt x="640080" y="480060"/>
                </a:lnTo>
                <a:lnTo>
                  <a:pt x="0" y="576072"/>
                </a:lnTo>
                <a:lnTo>
                  <a:pt x="640080" y="672084"/>
                </a:lnTo>
                <a:lnTo>
                  <a:pt x="0" y="768096"/>
                </a:lnTo>
              </a:path>
            </a:pathLst>
          </a:custGeom>
          <a:noFill/>
          <a:ln w="2540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385" name="Freeform 11"/>
          <p:cNvSpPr/>
          <p:nvPr/>
        </p:nvSpPr>
        <p:spPr>
          <a:xfrm>
            <a:off x="8138160" y="3017520"/>
            <a:ext cx="639720" cy="767880"/>
          </a:xfrm>
          <a:custGeom>
            <a:avLst/>
            <a:gdLst>
              <a:gd name="textAreaLeft" fmla="*/ 0 w 639720"/>
              <a:gd name="textAreaRight" fmla="*/ 640080 w 639720"/>
              <a:gd name="textAreaTop" fmla="*/ 0 h 767880"/>
              <a:gd name="textAreaBottom" fmla="*/ 768240 h 767880"/>
            </a:gdLst>
            <a:ahLst/>
            <a:cxnLst/>
            <a:rect l="textAreaLeft" t="textAreaTop" r="textAreaRight" b="textAreaBottom"/>
            <a:pathLst>
              <a:path w="640080" h="768096">
                <a:moveTo>
                  <a:pt x="0" y="0"/>
                </a:moveTo>
                <a:lnTo>
                  <a:pt x="640080" y="96012"/>
                </a:lnTo>
                <a:lnTo>
                  <a:pt x="0" y="192024"/>
                </a:lnTo>
                <a:lnTo>
                  <a:pt x="640080" y="288036"/>
                </a:lnTo>
                <a:lnTo>
                  <a:pt x="0" y="384048"/>
                </a:lnTo>
                <a:lnTo>
                  <a:pt x="640080" y="480060"/>
                </a:lnTo>
                <a:lnTo>
                  <a:pt x="0" y="576072"/>
                </a:lnTo>
                <a:lnTo>
                  <a:pt x="640080" y="672084"/>
                </a:lnTo>
                <a:lnTo>
                  <a:pt x="0" y="768096"/>
                </a:lnTo>
              </a:path>
            </a:pathLst>
          </a:custGeom>
          <a:noFill/>
          <a:ln w="2540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386" name="TextBox 12"/>
          <p:cNvSpPr/>
          <p:nvPr/>
        </p:nvSpPr>
        <p:spPr>
          <a:xfrm>
            <a:off x="2331720" y="3063240"/>
            <a:ext cx="914040" cy="6714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20000"/>
              </a:lnSpc>
            </a:pPr>
            <a:r>
              <a:rPr lang="en-US" sz="13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առաձգական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r" defTabSz="457200">
              <a:lnSpc>
                <a:spcPct val="120000"/>
              </a:lnSpc>
            </a:pPr>
            <a:r>
              <a:rPr lang="en-US" sz="111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հեծաններ,  k</a:t>
            </a:r>
            <a:endParaRPr lang="en-US" sz="111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87" name="TextBox 13"/>
          <p:cNvSpPr/>
          <p:nvPr/>
        </p:nvSpPr>
        <p:spPr>
          <a:xfrm>
            <a:off x="8915400" y="3063240"/>
            <a:ext cx="1005480" cy="431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20000"/>
              </a:lnSpc>
            </a:pPr>
            <a:r>
              <a:rPr lang="en-US" sz="13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առաձգական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defTabSz="457200">
              <a:lnSpc>
                <a:spcPct val="120000"/>
              </a:lnSpc>
            </a:pPr>
            <a:r>
              <a:rPr lang="en-US" sz="111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հեծաններ,  k</a:t>
            </a:r>
            <a:endParaRPr lang="en-US" sz="111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88" name="TextBox 14"/>
          <p:cNvSpPr/>
          <p:nvPr/>
        </p:nvSpPr>
        <p:spPr>
          <a:xfrm>
            <a:off x="9098280" y="2651760"/>
            <a:ext cx="2377080" cy="20159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10" b="1" u="none" strike="noStrike">
                <a:solidFill>
                  <a:srgbClr val="D98324"/>
                </a:solidFill>
                <a:effectLst/>
                <a:uFillTx/>
                <a:latin typeface="Ghea Grapalat"/>
              </a:rPr>
              <a:t>բացակ  d ≈ 1–2 µm</a:t>
            </a:r>
            <a:endParaRPr lang="en-US" sz="131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89" name="Left Brace 15"/>
          <p:cNvSpPr/>
          <p:nvPr/>
        </p:nvSpPr>
        <p:spPr>
          <a:xfrm>
            <a:off x="8888040" y="2597040"/>
            <a:ext cx="164160" cy="328680"/>
          </a:xfrm>
          <a:prstGeom prst="leftBrace">
            <a:avLst>
              <a:gd name="adj1" fmla="val 8333"/>
              <a:gd name="adj2" fmla="val 50000"/>
            </a:avLst>
          </a:prstGeom>
          <a:noFill/>
          <a:ln w="15875">
            <a:solidFill>
              <a:srgbClr val="D9832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390" name="TextBox 16"/>
          <p:cNvSpPr/>
          <p:nvPr/>
        </p:nvSpPr>
        <p:spPr>
          <a:xfrm>
            <a:off x="9098280" y="3858840"/>
            <a:ext cx="2377080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D98324"/>
                </a:solidFill>
                <a:effectLst/>
                <a:uFillTx/>
                <a:latin typeface="Ghea Grapalat"/>
              </a:rPr>
              <a:t>բացակ  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91" name="Left Brace 17"/>
          <p:cNvSpPr/>
          <p:nvPr/>
        </p:nvSpPr>
        <p:spPr>
          <a:xfrm>
            <a:off x="8888040" y="3803760"/>
            <a:ext cx="164160" cy="328680"/>
          </a:xfrm>
          <a:prstGeom prst="leftBrace">
            <a:avLst>
              <a:gd name="adj1" fmla="val 8333"/>
              <a:gd name="adj2" fmla="val 50000"/>
            </a:avLst>
          </a:prstGeom>
          <a:noFill/>
          <a:ln w="15875">
            <a:solidFill>
              <a:srgbClr val="D9832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392" name="TextBox 18"/>
          <p:cNvSpPr/>
          <p:nvPr/>
        </p:nvSpPr>
        <p:spPr>
          <a:xfrm>
            <a:off x="658440" y="4956120"/>
            <a:ext cx="10874520" cy="102848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25000"/>
              </a:lnSpc>
              <a:spcAft>
                <a:spcPts val="601"/>
              </a:spcAft>
            </a:pPr>
            <a:r>
              <a:rPr lang="en-US" sz="16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Արագացումը </a:t>
            </a:r>
            <a:r>
              <a:rPr lang="en-US" sz="16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շարժում</a:t>
            </a:r>
            <a:r>
              <a:rPr lang="en-US" sz="16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է </a:t>
            </a:r>
            <a:r>
              <a:rPr lang="en-US" sz="16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զանգվածը</a:t>
            </a:r>
            <a:r>
              <a:rPr lang="en-US" sz="16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։ Շարժումը </a:t>
            </a:r>
            <a:r>
              <a:rPr lang="en-US" sz="16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փոխում</a:t>
            </a:r>
            <a:r>
              <a:rPr lang="en-US" sz="16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է երկու </a:t>
            </a:r>
            <a:r>
              <a:rPr lang="en-US" sz="16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բացակները</a:t>
            </a:r>
            <a:r>
              <a:rPr lang="en-US" sz="16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— </a:t>
            </a:r>
            <a:r>
              <a:rPr lang="en-US" sz="16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մեկը</a:t>
            </a:r>
            <a:r>
              <a:rPr lang="en-US" sz="16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մեծանում</a:t>
            </a:r>
            <a:r>
              <a:rPr lang="en-US" sz="16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է, մյուսը՝ </a:t>
            </a:r>
            <a:r>
              <a:rPr lang="en-US" sz="16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փոքրանում</a:t>
            </a:r>
            <a:r>
              <a:rPr lang="en-US" sz="16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— և </a:t>
            </a:r>
            <a:r>
              <a:rPr lang="en-US" sz="16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դիֆերենցիալ</a:t>
            </a:r>
            <a:r>
              <a:rPr lang="en-US" sz="16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ունակությունը C = </a:t>
            </a:r>
            <a:r>
              <a:rPr lang="en-US" sz="16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εA</a:t>
            </a:r>
            <a:r>
              <a:rPr lang="en-US" sz="16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/d հանդիսանում է ազդանշանը։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defTabSz="457200">
              <a:lnSpc>
                <a:spcPct val="125000"/>
              </a:lnSpc>
              <a:spcAft>
                <a:spcPts val="601"/>
              </a:spcAft>
            </a:pPr>
            <a:r>
              <a:rPr lang="en-US" sz="1800" b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datasheet-ի </a:t>
            </a:r>
            <a:r>
              <a:rPr lang="en-US" sz="1800" b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ամեն</a:t>
            </a:r>
            <a:r>
              <a:rPr lang="en-US" sz="1800" b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800" b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ինչ</a:t>
            </a:r>
            <a:r>
              <a:rPr lang="en-US" sz="1800" b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m, k և d-ի </a:t>
            </a:r>
            <a:r>
              <a:rPr lang="en-US" sz="1800" b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հետևանք</a:t>
            </a:r>
            <a:r>
              <a:rPr lang="en-US" sz="1800" b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է։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394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95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96" name="TextBox 4"/>
          <p:cNvSpPr/>
          <p:nvPr/>
        </p:nvSpPr>
        <p:spPr>
          <a:xfrm>
            <a:off x="658440" y="475560"/>
            <a:ext cx="10874520" cy="5232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Փոքրացրե՛ք բոլոր չափերը նույն գործակցով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97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398" name="TextBox 6"/>
          <p:cNvSpPr/>
          <p:nvPr/>
        </p:nvSpPr>
        <p:spPr>
          <a:xfrm>
            <a:off x="658440" y="1353240"/>
            <a:ext cx="10874520" cy="22621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70" b="0" i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Իզոտրոպ մասշտաբում. երկարություն, լայնություն, հաստություն — բոլորը s գործակցով</a:t>
            </a:r>
            <a:endParaRPr lang="en-US" sz="147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399" name="Rounded Rectangle 7"/>
          <p:cNvSpPr/>
          <p:nvPr/>
        </p:nvSpPr>
        <p:spPr>
          <a:xfrm>
            <a:off x="658440" y="2057400"/>
            <a:ext cx="5257440" cy="1234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2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m  ∝  L³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00" name="TextBox 8"/>
          <p:cNvSpPr/>
          <p:nvPr/>
        </p:nvSpPr>
        <p:spPr>
          <a:xfrm>
            <a:off x="749880" y="3456360"/>
            <a:ext cx="5120280" cy="2277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8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զանգվածը</a:t>
            </a:r>
            <a:r>
              <a:rPr lang="en-US" sz="148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480" dirty="0" err="1">
                <a:solidFill>
                  <a:srgbClr val="6B7680"/>
                </a:solidFill>
                <a:latin typeface="Ghea Grapalat"/>
              </a:rPr>
              <a:t>ուղիղ</a:t>
            </a:r>
            <a:r>
              <a:rPr lang="en-US" sz="1480" dirty="0">
                <a:solidFill>
                  <a:srgbClr val="6B7680"/>
                </a:solidFill>
                <a:latin typeface="Ghea Grapalat"/>
              </a:rPr>
              <a:t> </a:t>
            </a:r>
            <a:r>
              <a:rPr lang="en-US" sz="1480" dirty="0" err="1">
                <a:solidFill>
                  <a:srgbClr val="6B7680"/>
                </a:solidFill>
                <a:latin typeface="Ghea Grapalat"/>
              </a:rPr>
              <a:t>համեմատական</a:t>
            </a:r>
            <a:r>
              <a:rPr lang="en-US" sz="148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է </a:t>
            </a:r>
            <a:r>
              <a:rPr lang="en-US" sz="148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ծավալի</a:t>
            </a:r>
            <a:r>
              <a:rPr lang="en-US" sz="148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հետ</a:t>
            </a:r>
            <a:endParaRPr lang="en-US" sz="148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01" name="Rounded Rectangle 9"/>
          <p:cNvSpPr/>
          <p:nvPr/>
        </p:nvSpPr>
        <p:spPr>
          <a:xfrm>
            <a:off x="6236280" y="2057400"/>
            <a:ext cx="5257440" cy="1234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D9832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200" b="1" u="none" strike="noStrike">
                <a:solidFill>
                  <a:srgbClr val="D98324"/>
                </a:solidFill>
                <a:effectLst/>
                <a:uFillTx/>
                <a:latin typeface="Ghea Grapalat"/>
              </a:rPr>
              <a:t>k  ∝  L¹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02" name="TextBox 10"/>
          <p:cNvSpPr/>
          <p:nvPr/>
        </p:nvSpPr>
        <p:spPr>
          <a:xfrm>
            <a:off x="6327720" y="3456360"/>
            <a:ext cx="5120280" cy="26007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9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հեծանի կոշտություն  k = E·w·t³ / 4L³</a:t>
            </a:r>
            <a:endParaRPr lang="en-US" sz="169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03" name="Rounded Rectangle 11"/>
          <p:cNvSpPr/>
          <p:nvPr/>
        </p:nvSpPr>
        <p:spPr>
          <a:xfrm>
            <a:off x="658440" y="4224600"/>
            <a:ext cx="10874520" cy="959760"/>
          </a:xfrm>
          <a:prstGeom prst="roundRect">
            <a:avLst>
              <a:gd name="adj" fmla="val 10000"/>
            </a:avLst>
          </a:prstGeom>
          <a:solidFill>
            <a:srgbClr val="1A1F24"/>
          </a:solidFill>
          <a:ln w="15875">
            <a:solidFill>
              <a:srgbClr val="1A1F2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7F5F1"/>
                </a:solidFill>
                <a:effectLst/>
                <a:uFillTx/>
                <a:latin typeface="Ghea Grapalat"/>
              </a:rPr>
              <a:t>Նրանք միասին չեն մասշտաբվում։  Այս մեկ փաստն է ամբողջ դասախոսությունը։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Ghea Grapalat"/>
            </a:endParaRPr>
          </a:p>
        </p:txBody>
      </p:sp>
      <p:sp>
        <p:nvSpPr>
          <p:cNvPr id="404" name="TextBox 12"/>
          <p:cNvSpPr/>
          <p:nvPr/>
        </p:nvSpPr>
        <p:spPr>
          <a:xfrm>
            <a:off x="658440" y="5440680"/>
            <a:ext cx="10874520" cy="67563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35000"/>
              </a:lnSpc>
            </a:pPr>
            <a:r>
              <a:rPr lang="en-US" sz="17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Տեղադրե՛ք w, t և L-ը նույն s գործակցով k = E·w·t³/4L³ բանաձևում և կստանաք s·s³/s³ = s։ Կոշտությունը նվազում է գծայնորեն։ Զանգվածը՝ խորանարդորեն։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406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07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08" name="TextBox 4"/>
          <p:cNvSpPr/>
          <p:nvPr/>
        </p:nvSpPr>
        <p:spPr>
          <a:xfrm>
            <a:off x="658440" y="475560"/>
            <a:ext cx="10874520" cy="45550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96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Ուստի ռեզոնանսային հաճախությունը աճում է</a:t>
            </a:r>
            <a:endParaRPr lang="en-US" sz="296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09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410" name="TextBox 6"/>
          <p:cNvSpPr/>
          <p:nvPr/>
        </p:nvSpPr>
        <p:spPr>
          <a:xfrm>
            <a:off x="658440" y="1965960"/>
            <a:ext cx="10874520" cy="5313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25000"/>
              </a:lnSpc>
              <a:spcAft>
                <a:spcPts val="601"/>
              </a:spcAft>
            </a:pPr>
            <a:r>
              <a:rPr lang="en-US" sz="30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f₀  =  (1/2π) · √(k/m)   ∝   √( L¹ / L³ )   =   √( L⁻² )   =   1 / L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11" name="Rounded Rectangle 7"/>
          <p:cNvSpPr/>
          <p:nvPr/>
        </p:nvSpPr>
        <p:spPr>
          <a:xfrm>
            <a:off x="658440" y="3200400"/>
            <a:ext cx="10874520" cy="82260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90" b="1" u="none" strike="noStrike">
                <a:solidFill>
                  <a:srgbClr val="F7F5F1"/>
                </a:solidFill>
                <a:effectLst/>
                <a:uFillTx/>
                <a:latin typeface="Ghea Grapalat"/>
              </a:rPr>
              <a:t>Փոքրացրե՛ք սարքը 10 անգամ  →  ռեզոնանսային հաճախությունը աճում է 10 անգամ</a:t>
            </a:r>
            <a:endParaRPr lang="en-US" sz="2190" b="0" u="none" strike="noStrike">
              <a:solidFill>
                <a:srgbClr val="FFFFFF"/>
              </a:solidFill>
              <a:effectLst/>
              <a:uFillTx/>
              <a:latin typeface="Ghea Grapalat"/>
            </a:endParaRPr>
          </a:p>
        </p:txBody>
      </p:sp>
      <p:graphicFrame>
        <p:nvGraphicFramePr>
          <p:cNvPr id="412" name="Table 8"/>
          <p:cNvGraphicFramePr/>
          <p:nvPr>
            <p:extLst>
              <p:ext uri="{D42A27DB-BD31-4B8C-83A1-F6EECF244321}">
                <p14:modId xmlns:p14="http://schemas.microsoft.com/office/powerpoint/2010/main" val="1684385901"/>
              </p:ext>
            </p:extLst>
          </p:nvPr>
        </p:nvGraphicFramePr>
        <p:xfrm>
          <a:off x="658440" y="4251960"/>
          <a:ext cx="6949080" cy="2194560"/>
        </p:xfrm>
        <a:graphic>
          <a:graphicData uri="http://schemas.openxmlformats.org/drawingml/2006/table">
            <a:tbl>
              <a:tblPr/>
              <a:tblGrid>
                <a:gridCol w="3196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7F5F1"/>
                          </a:solidFill>
                          <a:effectLst/>
                          <a:uFillTx/>
                          <a:latin typeface="Ghea Grapalat"/>
                        </a:rPr>
                        <a:t>Սարք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F24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 dirty="0" err="1">
                          <a:solidFill>
                            <a:srgbClr val="F7F5F1"/>
                          </a:solidFill>
                          <a:effectLst/>
                          <a:uFillTx/>
                          <a:latin typeface="Ghea Grapalat"/>
                        </a:rPr>
                        <a:t>Բնորոշ</a:t>
                      </a:r>
                      <a:r>
                        <a:rPr lang="en-US" sz="1400" b="1" u="none" strike="noStrike" dirty="0">
                          <a:solidFill>
                            <a:srgbClr val="F7F5F1"/>
                          </a:solidFill>
                          <a:effectLst/>
                          <a:uFillTx/>
                          <a:latin typeface="Ghea Grapalat"/>
                        </a:rPr>
                        <a:t> </a:t>
                      </a:r>
                      <a:r>
                        <a:rPr lang="en-US" sz="1400" b="1" u="none" strike="noStrike" dirty="0" err="1">
                          <a:solidFill>
                            <a:srgbClr val="F7F5F1"/>
                          </a:solidFill>
                          <a:effectLst/>
                          <a:uFillTx/>
                          <a:latin typeface="Ghea Grapalat"/>
                        </a:rPr>
                        <a:t>չափ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F24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 dirty="0" err="1">
                          <a:solidFill>
                            <a:srgbClr val="F7F5F1"/>
                          </a:solidFill>
                          <a:effectLst/>
                          <a:uFillTx/>
                          <a:latin typeface="Ghea Grapalat"/>
                        </a:rPr>
                        <a:t>Ռեզոնանս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F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Կամրջի</a:t>
                      </a:r>
                      <a:r>
                        <a:rPr lang="en-US" sz="1400" b="1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</a:t>
                      </a:r>
                      <a:r>
                        <a:rPr lang="en-US" sz="1400" b="1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թռիչք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100 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≈ 0.2 Hz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Կարգաբերիչ</a:t>
                      </a:r>
                      <a:r>
                        <a:rPr lang="en-US" sz="1400" b="1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</a:t>
                      </a:r>
                      <a:r>
                        <a:rPr lang="en-US" sz="1400" b="1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պատառաքաղ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10 cm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≈ 440 Hz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MEMS </a:t>
                      </a:r>
                      <a:r>
                        <a:rPr lang="en-US" sz="1400" b="1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աքսելերոմետր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300 µm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≈ 5 kHz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MEMS </a:t>
                      </a:r>
                      <a:r>
                        <a:rPr lang="en-US" sz="1400" b="1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գիրոսկոպի</a:t>
                      </a:r>
                      <a:r>
                        <a:rPr lang="en-US" sz="1400" b="1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 </a:t>
                      </a:r>
                      <a:r>
                        <a:rPr lang="en-US" sz="1400" b="1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շարժիչ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100 µm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≈ 20 kHz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MEMS ՌՀ </a:t>
                      </a:r>
                      <a:r>
                        <a:rPr lang="en-US" sz="1400" b="1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ռեզոնատոր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10 µm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Ghea Grapalat"/>
                        </a:rPr>
                        <a:t>≈ 100 MHz+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Ghea Grapalat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13" name="TextBox 9"/>
          <p:cNvSpPr/>
          <p:nvPr/>
        </p:nvSpPr>
        <p:spPr>
          <a:xfrm>
            <a:off x="8019360" y="4279320"/>
            <a:ext cx="3565800" cy="23002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32000"/>
              </a:lnSpc>
            </a:pP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Ահա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թե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ինչու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MEMS-ը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defTabSz="457200">
              <a:lnSpc>
                <a:spcPct val="132000"/>
              </a:lnSpc>
            </a:pP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կարող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է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չափել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արագ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երևույթներ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։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defTabSz="457200">
              <a:lnSpc>
                <a:spcPct val="132000"/>
              </a:lnSpc>
            </a:pP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defTabSz="457200">
              <a:lnSpc>
                <a:spcPct val="132000"/>
              </a:lnSpc>
            </a:pP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Տվիչը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չի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կարող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հավաստի</a:t>
            </a:r>
            <a:endParaRPr lang="en-US" sz="1400" b="0" u="none" strike="noStrike" dirty="0" err="1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defTabSz="457200">
              <a:lnSpc>
                <a:spcPct val="132000"/>
              </a:lnSpc>
            </a:pP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հաղորդել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իր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սեփական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ռեզոնանսին</a:t>
            </a:r>
            <a:endParaRPr lang="en-US" sz="1400" b="0" u="none" strike="noStrike" dirty="0" err="1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defTabSz="457200">
              <a:lnSpc>
                <a:spcPct val="132000"/>
              </a:lnSpc>
            </a:pP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մոտ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ազդանշանները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—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ուստի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բարձր</a:t>
            </a:r>
            <a:endParaRPr lang="en-US" sz="1400" b="0" u="none" strike="noStrike" dirty="0" err="1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defTabSz="457200">
              <a:lnSpc>
                <a:spcPct val="132000"/>
              </a:lnSpc>
            </a:pP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f₀-ն է,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որ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ապահովում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է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defTabSz="457200">
              <a:lnSpc>
                <a:spcPct val="132000"/>
              </a:lnSpc>
            </a:pPr>
            <a:r>
              <a:rPr lang="en-US" sz="14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թողունակությունը</a:t>
            </a:r>
            <a:r>
              <a:rPr lang="en-US" sz="14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։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415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16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17" name="TextBox 4"/>
          <p:cNvSpPr/>
          <p:nvPr/>
        </p:nvSpPr>
        <p:spPr>
          <a:xfrm>
            <a:off x="658440" y="274320"/>
            <a:ext cx="10874520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D98324"/>
                </a:solidFill>
                <a:effectLst/>
                <a:uFillTx/>
                <a:latin typeface="Ghea Grapalat"/>
              </a:rPr>
              <a:t>ՀԱՐՑՈՒՄ 3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18" name="TextBox 5"/>
          <p:cNvSpPr/>
          <p:nvPr/>
        </p:nvSpPr>
        <p:spPr>
          <a:xfrm>
            <a:off x="658440" y="658440"/>
            <a:ext cx="10874520" cy="82112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20000"/>
              </a:lnSpc>
            </a:pPr>
            <a:r>
              <a:rPr lang="en-US" sz="23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MEMS աքսելերոմետրի իներցիոն զանգվածը և առաձգական հեծանները փոքրացվել են 10 անգամ։ Ո՞ր պնդումը ճիշտ է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19" name="Rounded Rectangle 6"/>
          <p:cNvSpPr/>
          <p:nvPr/>
        </p:nvSpPr>
        <p:spPr>
          <a:xfrm>
            <a:off x="658440" y="228600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20" name="TextBox 7"/>
          <p:cNvSpPr/>
          <p:nvPr/>
        </p:nvSpPr>
        <p:spPr>
          <a:xfrm>
            <a:off x="859680" y="2404800"/>
            <a:ext cx="45684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21" name="TextBox 8"/>
          <p:cNvSpPr/>
          <p:nvPr/>
        </p:nvSpPr>
        <p:spPr>
          <a:xfrm>
            <a:off x="1371600" y="2414160"/>
            <a:ext cx="9868680" cy="25699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70" b="0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Ռեզոնանսային հաճախությունը աճում է ×10, և ջերմամեխանիկական աղմուկը վատանում է</a:t>
            </a:r>
            <a:endParaRPr lang="en-US" sz="167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22" name="Rounded Rectangle 9"/>
          <p:cNvSpPr/>
          <p:nvPr/>
        </p:nvSpPr>
        <p:spPr>
          <a:xfrm>
            <a:off x="658440" y="309060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23" name="TextBox 10"/>
          <p:cNvSpPr/>
          <p:nvPr/>
        </p:nvSpPr>
        <p:spPr>
          <a:xfrm>
            <a:off x="859680" y="3209400"/>
            <a:ext cx="45684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24" name="TextBox 11"/>
          <p:cNvSpPr/>
          <p:nvPr/>
        </p:nvSpPr>
        <p:spPr>
          <a:xfrm>
            <a:off x="1371600" y="3218760"/>
            <a:ext cx="9868680" cy="2507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29" b="0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Ռեզոնանսային հաճախությունը նվազում է ×10, և աղմուկը լավանում է, քանի որ սարքը փոքր է</a:t>
            </a:r>
            <a:endParaRPr lang="en-US" sz="1629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25" name="Rounded Rectangle 12"/>
          <p:cNvSpPr/>
          <p:nvPr/>
        </p:nvSpPr>
        <p:spPr>
          <a:xfrm>
            <a:off x="658440" y="389520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26" name="TextBox 13"/>
          <p:cNvSpPr/>
          <p:nvPr/>
        </p:nvSpPr>
        <p:spPr>
          <a:xfrm>
            <a:off x="859680" y="4014360"/>
            <a:ext cx="45684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27" name="TextBox 14"/>
          <p:cNvSpPr/>
          <p:nvPr/>
        </p:nvSpPr>
        <p:spPr>
          <a:xfrm>
            <a:off x="1371600" y="4023360"/>
            <a:ext cx="9868680" cy="49244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Ռեզոնանսային հաճախությունը չի փոխվում — զանգվածն ու կոշտությունը փոքրանում են, ուստի հարաբերությունը հաստատուն է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28" name="Rounded Rectangle 15"/>
          <p:cNvSpPr/>
          <p:nvPr/>
        </p:nvSpPr>
        <p:spPr>
          <a:xfrm>
            <a:off x="658440" y="470016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29" name="TextBox 16"/>
          <p:cNvSpPr/>
          <p:nvPr/>
        </p:nvSpPr>
        <p:spPr>
          <a:xfrm>
            <a:off x="859680" y="4818960"/>
            <a:ext cx="45684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30" name="TextBox 17"/>
          <p:cNvSpPr/>
          <p:nvPr/>
        </p:nvSpPr>
        <p:spPr>
          <a:xfrm>
            <a:off x="1371600" y="4827960"/>
            <a:ext cx="9868680" cy="2462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Ռեզոնանսային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հաճախությունը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աճում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է ×10, և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աղմուկը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լավանում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է,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քանի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որ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քիչ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նյութ</a:t>
            </a:r>
            <a:r>
              <a:rPr lang="en-US" sz="16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է </a:t>
            </a:r>
            <a:r>
              <a:rPr lang="en-US" sz="16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թրթռում</a:t>
            </a:r>
            <a:endParaRPr lang="en-US" sz="1600" b="0" u="none" strike="noStrike" dirty="0" err="1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31" name="TextBox 18"/>
          <p:cNvSpPr/>
          <p:nvPr/>
        </p:nvSpPr>
        <p:spPr>
          <a:xfrm>
            <a:off x="658440" y="5541120"/>
            <a:ext cx="10874520" cy="26718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25000"/>
              </a:lnSpc>
            </a:pPr>
            <a:r>
              <a:rPr lang="en-US" sz="1500" b="0" i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Դասախոսության ամենադժվար հարցը։ Օգտագործե՛ք գրատախտակի երկու ցուցիչները, ոչ թե ձեր ինտուիցիան։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433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34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35" name="TextBox 4"/>
          <p:cNvSpPr/>
          <p:nvPr/>
        </p:nvSpPr>
        <p:spPr>
          <a:xfrm>
            <a:off x="658440" y="274320"/>
            <a:ext cx="10874520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ՀԱՐՑՈՒՄ 3    ՊԱՏԱՍԽԱՆ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36" name="TextBox 5"/>
          <p:cNvSpPr/>
          <p:nvPr/>
        </p:nvSpPr>
        <p:spPr>
          <a:xfrm>
            <a:off x="658440" y="658440"/>
            <a:ext cx="10874520" cy="82112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20000"/>
              </a:lnSpc>
            </a:pPr>
            <a:r>
              <a:rPr lang="en-US" sz="23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MEMS աքսելերոմետրի իներցիոն զանգվածը և առաձգական հեծանները փոքրացվել են 10 անգամ։ Ո՞ր պնդումը ճիշտ է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37" name="Rounded Rectangle 6"/>
          <p:cNvSpPr/>
          <p:nvPr/>
        </p:nvSpPr>
        <p:spPr>
          <a:xfrm>
            <a:off x="658440" y="228600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DCEDEF"/>
          </a:solidFill>
          <a:ln w="317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38" name="TextBox 7"/>
          <p:cNvSpPr/>
          <p:nvPr/>
        </p:nvSpPr>
        <p:spPr>
          <a:xfrm>
            <a:off x="859680" y="2404800"/>
            <a:ext cx="45684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39" name="TextBox 8"/>
          <p:cNvSpPr/>
          <p:nvPr/>
        </p:nvSpPr>
        <p:spPr>
          <a:xfrm>
            <a:off x="1371600" y="2414160"/>
            <a:ext cx="9868680" cy="25699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7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Ռեզոնանսային հաճախությունը աճում է ×10, և ջերմամեխանիկական աղմուկը վատանում է</a:t>
            </a:r>
            <a:endParaRPr lang="en-US" sz="167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40" name="Rounded Rectangle 9"/>
          <p:cNvSpPr/>
          <p:nvPr/>
        </p:nvSpPr>
        <p:spPr>
          <a:xfrm>
            <a:off x="658440" y="309060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41" name="TextBox 10"/>
          <p:cNvSpPr/>
          <p:nvPr/>
        </p:nvSpPr>
        <p:spPr>
          <a:xfrm>
            <a:off x="859680" y="3209400"/>
            <a:ext cx="45684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42" name="TextBox 11"/>
          <p:cNvSpPr/>
          <p:nvPr/>
        </p:nvSpPr>
        <p:spPr>
          <a:xfrm>
            <a:off x="1371600" y="3218760"/>
            <a:ext cx="9868680" cy="2507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29" b="0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Ռեզոնանսային հաճախությունը նվազում է ×10, և աղմուկը լավանում է, քանի որ սարքը փոքր է</a:t>
            </a:r>
            <a:endParaRPr lang="en-US" sz="1629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43" name="Rounded Rectangle 12"/>
          <p:cNvSpPr/>
          <p:nvPr/>
        </p:nvSpPr>
        <p:spPr>
          <a:xfrm>
            <a:off x="658440" y="389520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44" name="TextBox 13"/>
          <p:cNvSpPr/>
          <p:nvPr/>
        </p:nvSpPr>
        <p:spPr>
          <a:xfrm>
            <a:off x="859680" y="4014360"/>
            <a:ext cx="45684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45" name="TextBox 14"/>
          <p:cNvSpPr/>
          <p:nvPr/>
        </p:nvSpPr>
        <p:spPr>
          <a:xfrm>
            <a:off x="1371600" y="4023360"/>
            <a:ext cx="9868680" cy="49244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Ռեզոնանսային հաճախությունը չի փոխվում — զանգվածն ու կոշտությունը փոքրանում են, ուստի հարաբերությունը հաստատուն է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46" name="Rounded Rectangle 15"/>
          <p:cNvSpPr/>
          <p:nvPr/>
        </p:nvSpPr>
        <p:spPr>
          <a:xfrm>
            <a:off x="658440" y="470016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47" name="TextBox 16"/>
          <p:cNvSpPr/>
          <p:nvPr/>
        </p:nvSpPr>
        <p:spPr>
          <a:xfrm>
            <a:off x="859680" y="4818960"/>
            <a:ext cx="45684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48" name="TextBox 17"/>
          <p:cNvSpPr/>
          <p:nvPr/>
        </p:nvSpPr>
        <p:spPr>
          <a:xfrm>
            <a:off x="1371600" y="4827960"/>
            <a:ext cx="9868680" cy="55399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Ռեզոնանսային հաճախությունը աճում է ×10, և աղմուկը լավանում է, քանի որ քիչ նյութ է թրթռում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49" name="TextBox 18"/>
          <p:cNvSpPr/>
          <p:nvPr/>
        </p:nvSpPr>
        <p:spPr>
          <a:xfrm>
            <a:off x="658440" y="5541120"/>
            <a:ext cx="10874520" cy="49648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25000"/>
              </a:lnSpc>
            </a:pPr>
            <a:r>
              <a:rPr lang="en-US" sz="1340" b="0" i="1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Ջերմամեխանիկական</a:t>
            </a:r>
            <a:r>
              <a:rPr lang="en-US" sz="1340" b="0" i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 </a:t>
            </a:r>
            <a:r>
              <a:rPr lang="en-US" sz="1340" b="0" i="1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աղմուկը</a:t>
            </a:r>
            <a:r>
              <a:rPr lang="en-US" sz="1340" b="0" i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 ∝ √(4kBT·ω₀ / </a:t>
            </a:r>
            <a:r>
              <a:rPr lang="en-US" sz="1340" b="0" i="1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mQ</a:t>
            </a:r>
            <a:r>
              <a:rPr lang="en-US" sz="1340" b="0" i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) — </a:t>
            </a:r>
            <a:r>
              <a:rPr lang="en-US" sz="1340" b="0" i="1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աճում</a:t>
            </a:r>
            <a:r>
              <a:rPr lang="en-US" sz="1340" b="0" i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 է, </a:t>
            </a:r>
            <a:r>
              <a:rPr lang="en-US" sz="1340" b="0" i="1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երբ</a:t>
            </a:r>
            <a:r>
              <a:rPr lang="en-US" sz="1340" b="0" i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 </a:t>
            </a:r>
            <a:r>
              <a:rPr lang="en-US" sz="1340" b="0" i="1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իներցիոն</a:t>
            </a:r>
            <a:r>
              <a:rPr lang="en-US" sz="1340" b="0" i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 </a:t>
            </a:r>
            <a:r>
              <a:rPr lang="en-US" sz="1340" b="0" i="1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զանգվածը</a:t>
            </a:r>
            <a:r>
              <a:rPr lang="en-US" sz="1340" b="0" i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 </a:t>
            </a:r>
            <a:r>
              <a:rPr lang="en-US" sz="1340" b="0" i="1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նվազում</a:t>
            </a:r>
            <a:r>
              <a:rPr lang="en-US" sz="1340" b="0" i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 է։ </a:t>
            </a:r>
            <a:r>
              <a:rPr lang="en-US" sz="1340" b="0" i="1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Դուք</a:t>
            </a:r>
            <a:r>
              <a:rPr lang="en-US" sz="1340" b="0" i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 </a:t>
            </a:r>
            <a:r>
              <a:rPr lang="en-US" sz="1340" b="0" i="1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ձեռք</a:t>
            </a:r>
            <a:r>
              <a:rPr lang="en-US" sz="1340" b="0" i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 </a:t>
            </a:r>
            <a:r>
              <a:rPr lang="en-US" sz="1340" b="0" i="1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եք</a:t>
            </a:r>
            <a:r>
              <a:rPr lang="en-US" sz="1340" b="0" i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 </a:t>
            </a:r>
            <a:r>
              <a:rPr lang="en-US" sz="1340" b="0" i="1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բերում</a:t>
            </a:r>
            <a:r>
              <a:rPr lang="en-US" sz="1340" b="0" i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 </a:t>
            </a:r>
            <a:r>
              <a:rPr lang="en-US" sz="1340" b="0" i="1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թողունակություն</a:t>
            </a:r>
            <a:r>
              <a:rPr lang="en-US" sz="1340" b="0" i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 և </a:t>
            </a:r>
            <a:r>
              <a:rPr lang="en-US" sz="1340" b="0" i="1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վճարում</a:t>
            </a:r>
            <a:r>
              <a:rPr lang="en-US" sz="1340" b="0" i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 </a:t>
            </a:r>
            <a:r>
              <a:rPr lang="en-US" sz="1340" b="0" i="1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աղմուկի</a:t>
            </a:r>
            <a:r>
              <a:rPr lang="en-US" sz="1340" b="0" i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 </a:t>
            </a:r>
            <a:r>
              <a:rPr lang="en-US" sz="1340" b="0" i="1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հատակով</a:t>
            </a:r>
            <a:r>
              <a:rPr lang="en-US" sz="1340" b="0" i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։</a:t>
            </a:r>
            <a:endParaRPr lang="en-US" sz="134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 dirty="0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451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52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53" name="TextBox 4"/>
          <p:cNvSpPr/>
          <p:nvPr/>
        </p:nvSpPr>
        <p:spPr>
          <a:xfrm>
            <a:off x="658440" y="475560"/>
            <a:ext cx="10874520" cy="5232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Փոքրը միանշանակ ավելի լավը չէ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54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456" name="Rounded Rectangle 7"/>
          <p:cNvSpPr/>
          <p:nvPr/>
        </p:nvSpPr>
        <p:spPr>
          <a:xfrm>
            <a:off x="658440" y="1920240"/>
            <a:ext cx="5303160" cy="62136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7F5F1"/>
                </a:solidFill>
                <a:effectLst/>
                <a:uFillTx/>
                <a:latin typeface="Ghea Grapalat"/>
              </a:rPr>
              <a:t>ԼԱՎԱՆՈՒՄ Է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Ghea Grapalat"/>
            </a:endParaRPr>
          </a:p>
        </p:txBody>
      </p:sp>
      <p:sp>
        <p:nvSpPr>
          <p:cNvPr id="457" name="Rounded Rectangle 8"/>
          <p:cNvSpPr/>
          <p:nvPr/>
        </p:nvSpPr>
        <p:spPr>
          <a:xfrm>
            <a:off x="6464880" y="1920240"/>
            <a:ext cx="5303160" cy="621360"/>
          </a:xfrm>
          <a:prstGeom prst="roundRect">
            <a:avLst>
              <a:gd name="adj" fmla="val 10000"/>
            </a:avLst>
          </a:prstGeom>
          <a:solidFill>
            <a:srgbClr val="C0392B"/>
          </a:solidFill>
          <a:ln w="15875">
            <a:solidFill>
              <a:srgbClr val="C0392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7F5F1"/>
                </a:solidFill>
                <a:effectLst/>
                <a:uFillTx/>
                <a:latin typeface="Ghea Grapalat"/>
              </a:rPr>
              <a:t>ՎԱՏԱՆՈՒՄ Է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Ghea Grapalat"/>
            </a:endParaRPr>
          </a:p>
        </p:txBody>
      </p:sp>
      <p:sp>
        <p:nvSpPr>
          <p:cNvPr id="458" name="TextBox 9"/>
          <p:cNvSpPr/>
          <p:nvPr/>
        </p:nvSpPr>
        <p:spPr>
          <a:xfrm>
            <a:off x="704160" y="2743200"/>
            <a:ext cx="5211720" cy="170110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25000"/>
              </a:lnSpc>
            </a:pPr>
            <a:r>
              <a:rPr lang="en-US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▸  </a:t>
            </a:r>
            <a:r>
              <a:rPr lang="en-US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Թողունակություն</a:t>
            </a:r>
            <a:r>
              <a:rPr lang="en-US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— f₀ ∝ 1/L</a:t>
            </a:r>
          </a:p>
          <a:p>
            <a:pPr defTabSz="457200">
              <a:lnSpc>
                <a:spcPct val="125000"/>
              </a:lnSpc>
            </a:pPr>
            <a:r>
              <a:rPr lang="en-US" dirty="0">
                <a:solidFill>
                  <a:srgbClr val="1A1F24"/>
                </a:solidFill>
                <a:latin typeface="Ghea Grapalat"/>
              </a:rPr>
              <a:t>▸  </a:t>
            </a:r>
            <a:r>
              <a:rPr lang="en-US" dirty="0" err="1">
                <a:solidFill>
                  <a:srgbClr val="1A1F24"/>
                </a:solidFill>
                <a:latin typeface="Ghea Grapalat"/>
              </a:rPr>
              <a:t>Արձագանքում</a:t>
            </a:r>
            <a:r>
              <a:rPr lang="en-US" dirty="0">
                <a:solidFill>
                  <a:srgbClr val="1A1F24"/>
                </a:solidFill>
                <a:latin typeface="Ghea Grapalat"/>
              </a:rPr>
              <a:t> և </a:t>
            </a:r>
            <a:r>
              <a:rPr lang="en-US" dirty="0" err="1">
                <a:solidFill>
                  <a:srgbClr val="1A1F24"/>
                </a:solidFill>
                <a:latin typeface="Ghea Grapalat"/>
              </a:rPr>
              <a:t>ջերմային</a:t>
            </a:r>
            <a:r>
              <a:rPr lang="en-US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en-US" dirty="0" err="1">
                <a:solidFill>
                  <a:srgbClr val="1A1F24"/>
                </a:solidFill>
                <a:latin typeface="Ghea Grapalat"/>
              </a:rPr>
              <a:t>կայունացում</a:t>
            </a:r>
            <a:endParaRPr lang="en-US" dirty="0">
              <a:solidFill>
                <a:srgbClr val="1A1F24"/>
              </a:solidFill>
              <a:latin typeface="Ghea Grapalat"/>
            </a:endParaRPr>
          </a:p>
          <a:p>
            <a:pPr defTabSz="457200">
              <a:lnSpc>
                <a:spcPct val="125000"/>
              </a:lnSpc>
            </a:pPr>
            <a:r>
              <a:rPr lang="en-US" dirty="0">
                <a:solidFill>
                  <a:srgbClr val="1A1F24"/>
                </a:solidFill>
                <a:latin typeface="Ghea Grapalat"/>
              </a:rPr>
              <a:t>▸  </a:t>
            </a:r>
            <a:r>
              <a:rPr lang="en-US" dirty="0" err="1">
                <a:solidFill>
                  <a:srgbClr val="1A1F24"/>
                </a:solidFill>
                <a:latin typeface="Ghea Grapalat"/>
              </a:rPr>
              <a:t>Հզորություն</a:t>
            </a:r>
            <a:r>
              <a:rPr lang="en-US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en-US" dirty="0" err="1">
                <a:solidFill>
                  <a:srgbClr val="1A1F24"/>
                </a:solidFill>
                <a:latin typeface="Ghea Grapalat"/>
              </a:rPr>
              <a:t>մեկ</a:t>
            </a:r>
            <a:r>
              <a:rPr lang="en-US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en-US" dirty="0" err="1">
                <a:solidFill>
                  <a:srgbClr val="1A1F24"/>
                </a:solidFill>
                <a:latin typeface="Ghea Grapalat"/>
              </a:rPr>
              <a:t>սարքի</a:t>
            </a:r>
            <a:r>
              <a:rPr lang="en-US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en-US" dirty="0" err="1">
                <a:solidFill>
                  <a:srgbClr val="1A1F24"/>
                </a:solidFill>
                <a:latin typeface="Ghea Grapalat"/>
              </a:rPr>
              <a:t>հաշվով</a:t>
            </a:r>
            <a:endParaRPr lang="en-US" dirty="0">
              <a:solidFill>
                <a:srgbClr val="1A1F24"/>
              </a:solidFill>
              <a:latin typeface="Ghea Grapalat"/>
            </a:endParaRPr>
          </a:p>
          <a:p>
            <a:pPr defTabSz="457200">
              <a:lnSpc>
                <a:spcPct val="125000"/>
              </a:lnSpc>
            </a:pPr>
            <a:r>
              <a:rPr lang="en-US" dirty="0">
                <a:solidFill>
                  <a:srgbClr val="1A1F24"/>
                </a:solidFill>
                <a:latin typeface="Ghea Grapalat"/>
              </a:rPr>
              <a:t>▸  </a:t>
            </a:r>
            <a:r>
              <a:rPr lang="en-US" dirty="0" err="1">
                <a:solidFill>
                  <a:srgbClr val="1A1F24"/>
                </a:solidFill>
                <a:latin typeface="Ghea Grapalat"/>
              </a:rPr>
              <a:t>Արժեք</a:t>
            </a:r>
            <a:r>
              <a:rPr lang="en-US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en-US" dirty="0" err="1">
                <a:solidFill>
                  <a:srgbClr val="1A1F24"/>
                </a:solidFill>
                <a:latin typeface="Ghea Grapalat"/>
              </a:rPr>
              <a:t>մեկ</a:t>
            </a:r>
            <a:r>
              <a:rPr lang="en-US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en-US" dirty="0" err="1">
                <a:solidFill>
                  <a:srgbClr val="1A1F24"/>
                </a:solidFill>
                <a:latin typeface="Ghea Grapalat"/>
              </a:rPr>
              <a:t>սարքի</a:t>
            </a:r>
            <a:r>
              <a:rPr lang="en-US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en-US" dirty="0" err="1">
                <a:solidFill>
                  <a:srgbClr val="1A1F24"/>
                </a:solidFill>
                <a:latin typeface="Ghea Grapalat"/>
              </a:rPr>
              <a:t>հաշվով</a:t>
            </a:r>
            <a:r>
              <a:rPr lang="en-US" dirty="0">
                <a:solidFill>
                  <a:srgbClr val="1A1F24"/>
                </a:solidFill>
                <a:latin typeface="Ghea Grapalat"/>
              </a:rPr>
              <a:t>, մեծ </a:t>
            </a:r>
            <a:r>
              <a:rPr lang="en-US" dirty="0" err="1">
                <a:solidFill>
                  <a:srgbClr val="1A1F24"/>
                </a:solidFill>
                <a:latin typeface="Ghea Grapalat"/>
              </a:rPr>
              <a:t>ծավալում</a:t>
            </a:r>
            <a:endParaRPr lang="en-US" dirty="0">
              <a:solidFill>
                <a:srgbClr val="1A1F24"/>
              </a:solidFill>
              <a:latin typeface="Ghea Grapalat"/>
            </a:endParaRPr>
          </a:p>
          <a:p>
            <a:pPr defTabSz="457200">
              <a:lnSpc>
                <a:spcPct val="125000"/>
              </a:lnSpc>
            </a:pPr>
            <a:r>
              <a:rPr lang="en-US" dirty="0">
                <a:solidFill>
                  <a:srgbClr val="1A1F24"/>
                </a:solidFill>
                <a:latin typeface="Ghea Grapalat"/>
              </a:rPr>
              <a:t>▸  Խմբաքանակ՝ </a:t>
            </a:r>
            <a:r>
              <a:rPr lang="en-US" dirty="0" err="1">
                <a:solidFill>
                  <a:srgbClr val="1A1F24"/>
                </a:solidFill>
                <a:latin typeface="Ghea Grapalat"/>
              </a:rPr>
              <a:t>հազարներ</a:t>
            </a:r>
            <a:r>
              <a:rPr lang="en-US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en-US" dirty="0" err="1">
                <a:solidFill>
                  <a:srgbClr val="1A1F24"/>
                </a:solidFill>
                <a:latin typeface="Ghea Grapalat"/>
              </a:rPr>
              <a:t>մեկ</a:t>
            </a:r>
            <a:r>
              <a:rPr lang="en-US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en-US" dirty="0" err="1">
                <a:solidFill>
                  <a:srgbClr val="1A1F24"/>
                </a:solidFill>
                <a:latin typeface="Ghea Grapalat"/>
              </a:rPr>
              <a:t>թիթեղից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459" name="TextBox 10"/>
          <p:cNvSpPr/>
          <p:nvPr/>
        </p:nvSpPr>
        <p:spPr>
          <a:xfrm>
            <a:off x="6510600" y="2743200"/>
            <a:ext cx="5211720" cy="170110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25000"/>
              </a:lnSpc>
            </a:pPr>
            <a:r>
              <a:rPr lang="en-US" sz="18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▸ </a:t>
            </a:r>
            <a:r>
              <a:rPr lang="hy-AM" dirty="0" err="1">
                <a:solidFill>
                  <a:srgbClr val="1A1F24"/>
                </a:solidFill>
                <a:latin typeface="Ghea Grapalat"/>
              </a:rPr>
              <a:t>Ջերմամեխանիկական</a:t>
            </a:r>
            <a:r>
              <a:rPr lang="hy-AM" dirty="0">
                <a:solidFill>
                  <a:srgbClr val="1A1F24"/>
                </a:solidFill>
                <a:latin typeface="Ghea Grapalat"/>
              </a:rPr>
              <a:t> աղմուկների շեմ </a:t>
            </a:r>
            <a:r>
              <a:rPr lang="en-US" sz="18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∝ 1/√m</a:t>
            </a:r>
          </a:p>
          <a:p>
            <a:pPr defTabSz="457200">
              <a:lnSpc>
                <a:spcPct val="125000"/>
              </a:lnSpc>
            </a:pPr>
            <a:r>
              <a:rPr lang="en-US" dirty="0">
                <a:solidFill>
                  <a:srgbClr val="1A1F24"/>
                </a:solidFill>
                <a:latin typeface="Ghea Grapalat"/>
              </a:rPr>
              <a:t>▸ </a:t>
            </a:r>
            <a:r>
              <a:rPr lang="en-US" dirty="0" err="1">
                <a:solidFill>
                  <a:srgbClr val="1A1F24"/>
                </a:solidFill>
                <a:latin typeface="Ghea Grapalat"/>
              </a:rPr>
              <a:t>Կպչողություն</a:t>
            </a:r>
            <a:r>
              <a:rPr lang="en-US" dirty="0">
                <a:solidFill>
                  <a:srgbClr val="1A1F24"/>
                </a:solidFill>
                <a:latin typeface="Ghea Grapalat"/>
              </a:rPr>
              <a:t> — </a:t>
            </a:r>
            <a:r>
              <a:rPr lang="en-US" dirty="0" err="1">
                <a:solidFill>
                  <a:srgbClr val="1A1F24"/>
                </a:solidFill>
                <a:latin typeface="Ghea Grapalat"/>
              </a:rPr>
              <a:t>մակերևույթն</a:t>
            </a:r>
            <a:r>
              <a:rPr lang="en-US" dirty="0">
                <a:solidFill>
                  <a:srgbClr val="1A1F24"/>
                </a:solidFill>
                <a:latin typeface="Ghea Grapalat"/>
              </a:rPr>
              <a:t> է </a:t>
            </a:r>
            <a:r>
              <a:rPr lang="en-US" dirty="0" err="1">
                <a:solidFill>
                  <a:srgbClr val="1A1F24"/>
                </a:solidFill>
                <a:latin typeface="Ghea Grapalat"/>
              </a:rPr>
              <a:t>գերիշխում</a:t>
            </a:r>
            <a:endParaRPr lang="en-US" dirty="0">
              <a:solidFill>
                <a:srgbClr val="1A1F24"/>
              </a:solidFill>
              <a:latin typeface="Ghea Grapalat"/>
            </a:endParaRPr>
          </a:p>
          <a:p>
            <a:pPr defTabSz="457200">
              <a:lnSpc>
                <a:spcPct val="125000"/>
              </a:lnSpc>
            </a:pPr>
            <a:r>
              <a:rPr lang="en-US" dirty="0">
                <a:solidFill>
                  <a:srgbClr val="1A1F24"/>
                </a:solidFill>
                <a:latin typeface="Ghea Grapalat"/>
              </a:rPr>
              <a:t>▸ </a:t>
            </a:r>
            <a:r>
              <a:rPr lang="en-US" dirty="0" err="1">
                <a:solidFill>
                  <a:srgbClr val="1A1F24"/>
                </a:solidFill>
                <a:latin typeface="Ghea Grapalat"/>
              </a:rPr>
              <a:t>Զգայունություն</a:t>
            </a:r>
            <a:r>
              <a:rPr lang="en-US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en-US" dirty="0" err="1">
                <a:solidFill>
                  <a:srgbClr val="1A1F24"/>
                </a:solidFill>
                <a:latin typeface="Ghea Grapalat"/>
              </a:rPr>
              <a:t>փաթեթի</a:t>
            </a:r>
            <a:r>
              <a:rPr lang="en-US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en-US" dirty="0" err="1">
                <a:solidFill>
                  <a:srgbClr val="1A1F24"/>
                </a:solidFill>
                <a:latin typeface="Ghea Grapalat"/>
              </a:rPr>
              <a:t>լարվածությանը</a:t>
            </a:r>
            <a:endParaRPr lang="en-US" dirty="0">
              <a:solidFill>
                <a:srgbClr val="1A1F24"/>
              </a:solidFill>
              <a:latin typeface="Ghea Grapalat"/>
            </a:endParaRPr>
          </a:p>
          <a:p>
            <a:pPr defTabSz="457200">
              <a:lnSpc>
                <a:spcPct val="125000"/>
              </a:lnSpc>
            </a:pPr>
            <a:r>
              <a:rPr lang="en-US" dirty="0">
                <a:solidFill>
                  <a:srgbClr val="1A1F24"/>
                </a:solidFill>
                <a:latin typeface="Ghea Grapalat"/>
              </a:rPr>
              <a:t>▸ </a:t>
            </a:r>
            <a:r>
              <a:rPr lang="en-US" dirty="0" err="1">
                <a:solidFill>
                  <a:srgbClr val="1A1F24"/>
                </a:solidFill>
                <a:latin typeface="Ghea Grapalat"/>
              </a:rPr>
              <a:t>Ջերմային</a:t>
            </a:r>
            <a:r>
              <a:rPr lang="en-US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en-US" dirty="0" err="1">
                <a:solidFill>
                  <a:srgbClr val="1A1F24"/>
                </a:solidFill>
                <a:latin typeface="Ghea Grapalat"/>
              </a:rPr>
              <a:t>շեղում</a:t>
            </a:r>
            <a:r>
              <a:rPr lang="en-US" dirty="0">
                <a:solidFill>
                  <a:srgbClr val="1A1F24"/>
                </a:solidFill>
                <a:latin typeface="Ghea Grapalat"/>
              </a:rPr>
              <a:t> և </a:t>
            </a:r>
            <a:r>
              <a:rPr lang="en-US" dirty="0" err="1">
                <a:solidFill>
                  <a:srgbClr val="1A1F24"/>
                </a:solidFill>
                <a:latin typeface="Ghea Grapalat"/>
              </a:rPr>
              <a:t>զրոյի</a:t>
            </a:r>
            <a:r>
              <a:rPr lang="en-US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en-US" dirty="0" err="1">
                <a:solidFill>
                  <a:srgbClr val="1A1F24"/>
                </a:solidFill>
                <a:latin typeface="Ghea Grapalat"/>
              </a:rPr>
              <a:t>կայունություն</a:t>
            </a:r>
            <a:endParaRPr lang="en-US" dirty="0">
              <a:solidFill>
                <a:srgbClr val="1A1F24"/>
              </a:solidFill>
              <a:latin typeface="Ghea Grapalat"/>
            </a:endParaRPr>
          </a:p>
          <a:p>
            <a:pPr defTabSz="457200">
              <a:lnSpc>
                <a:spcPct val="125000"/>
              </a:lnSpc>
            </a:pPr>
            <a:r>
              <a:rPr lang="en-US" dirty="0">
                <a:solidFill>
                  <a:srgbClr val="1A1F24"/>
                </a:solidFill>
                <a:latin typeface="Ghea Grapalat"/>
              </a:rPr>
              <a:t>▸ </a:t>
            </a:r>
            <a:r>
              <a:rPr lang="en-US" dirty="0" err="1">
                <a:solidFill>
                  <a:srgbClr val="1A1F24"/>
                </a:solidFill>
                <a:latin typeface="Ghea Grapalat"/>
              </a:rPr>
              <a:t>Աղտոտում</a:t>
            </a:r>
            <a:r>
              <a:rPr lang="en-US" dirty="0">
                <a:solidFill>
                  <a:srgbClr val="1A1F24"/>
                </a:solidFill>
                <a:latin typeface="Ghea Grapalat"/>
              </a:rPr>
              <a:t>. </a:t>
            </a:r>
            <a:r>
              <a:rPr lang="en-US" dirty="0" err="1">
                <a:solidFill>
                  <a:srgbClr val="1A1F24"/>
                </a:solidFill>
                <a:latin typeface="Ghea Grapalat"/>
              </a:rPr>
              <a:t>փոշին</a:t>
            </a:r>
            <a:r>
              <a:rPr lang="en-US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en-US" dirty="0" err="1">
                <a:solidFill>
                  <a:srgbClr val="1A1F24"/>
                </a:solidFill>
                <a:latin typeface="Ghea Grapalat"/>
              </a:rPr>
              <a:t>ճակատագրական</a:t>
            </a:r>
            <a:r>
              <a:rPr lang="en-US" dirty="0">
                <a:solidFill>
                  <a:srgbClr val="1A1F24"/>
                </a:solidFill>
                <a:latin typeface="Ghea Grapalat"/>
              </a:rPr>
              <a:t> է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A1F2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509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10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 dirty="0">
                <a:solidFill>
                  <a:srgbClr val="7A848C"/>
                </a:solidFill>
                <a:effectLst/>
                <a:uFillTx/>
                <a:latin typeface="Ghea Grapalat"/>
              </a:rPr>
              <a:t>27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11" name="TextBox 4"/>
          <p:cNvSpPr/>
          <p:nvPr/>
        </p:nvSpPr>
        <p:spPr>
          <a:xfrm>
            <a:off x="658440" y="274320"/>
            <a:ext cx="10874520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ՄԱՍ 3 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12" name="TextBox 5"/>
          <p:cNvSpPr/>
          <p:nvPr/>
        </p:nvSpPr>
        <p:spPr>
          <a:xfrm>
            <a:off x="658440" y="1737360"/>
            <a:ext cx="10721766" cy="137896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404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Ցանկությունից</a:t>
            </a:r>
            <a:r>
              <a:rPr lang="en-US" sz="404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՝ տեխնիկական </a:t>
            </a:r>
            <a:r>
              <a:rPr lang="en-US" sz="404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առաջադրանք</a:t>
            </a:r>
            <a:endParaRPr lang="en-US" sz="404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14" name="Rectangle 7"/>
          <p:cNvSpPr/>
          <p:nvPr/>
        </p:nvSpPr>
        <p:spPr>
          <a:xfrm>
            <a:off x="658440" y="3794760"/>
            <a:ext cx="1371240" cy="5040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515" name="TextBox 8"/>
          <p:cNvSpPr/>
          <p:nvPr/>
        </p:nvSpPr>
        <p:spPr>
          <a:xfrm>
            <a:off x="658440" y="4160520"/>
            <a:ext cx="10874520" cy="83189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50000"/>
              </a:lnSpc>
            </a:pP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Ոչ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ոք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ձեզ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երբեք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տեխնիկական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բնութագիր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չի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տա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։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Ձեզ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կտան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մի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նախադասություն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՝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defTabSz="457200">
              <a:lnSpc>
                <a:spcPct val="150000"/>
              </a:lnSpc>
            </a:pP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հաջորդ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սլայդի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նման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, և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վերջում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կսպասեն</a:t>
            </a:r>
            <a:r>
              <a:rPr lang="en-US" sz="1900" dirty="0">
                <a:solidFill>
                  <a:srgbClr val="B8C0C6"/>
                </a:solidFill>
                <a:latin typeface="Ghea Grapalat"/>
              </a:rPr>
              <a:t>, որ </a:t>
            </a:r>
            <a:r>
              <a:rPr lang="en-US" sz="1900" dirty="0" err="1">
                <a:solidFill>
                  <a:srgbClr val="B8C0C6"/>
                </a:solidFill>
                <a:latin typeface="Ghea Grapalat"/>
              </a:rPr>
              <a:t>դուք</a:t>
            </a:r>
            <a:r>
              <a:rPr lang="en-US" sz="1900" dirty="0">
                <a:solidFill>
                  <a:srgbClr val="B8C0C6"/>
                </a:solidFill>
                <a:latin typeface="Ghea Grapalat"/>
              </a:rPr>
              <a:t> </a:t>
            </a:r>
            <a:r>
              <a:rPr lang="en-US" sz="1900" dirty="0" err="1">
                <a:solidFill>
                  <a:srgbClr val="B8C0C6"/>
                </a:solidFill>
                <a:latin typeface="Ghea Grapalat"/>
              </a:rPr>
              <a:t>իրենց</a:t>
            </a:r>
            <a:r>
              <a:rPr lang="en-US" sz="1900" dirty="0">
                <a:solidFill>
                  <a:srgbClr val="B8C0C6"/>
                </a:solidFill>
                <a:latin typeface="Ghea Grapalat"/>
              </a:rPr>
              <a:t> </a:t>
            </a:r>
            <a:r>
              <a:rPr lang="en-US" sz="1900" dirty="0" err="1">
                <a:solidFill>
                  <a:srgbClr val="B8C0C6"/>
                </a:solidFill>
                <a:latin typeface="Ghea Grapalat"/>
              </a:rPr>
              <a:t>կտրամադրեք</a:t>
            </a:r>
            <a:r>
              <a:rPr lang="en-US" sz="1900" dirty="0">
                <a:solidFill>
                  <a:srgbClr val="B8C0C6"/>
                </a:solidFill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չափիչ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սարք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։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A1F2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517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18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 dirty="0">
                <a:solidFill>
                  <a:srgbClr val="7A848C"/>
                </a:solidFill>
                <a:effectLst/>
                <a:uFillTx/>
                <a:latin typeface="Ghea Grapalat"/>
              </a:rPr>
              <a:t>28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19" name="TextBox 4"/>
          <p:cNvSpPr/>
          <p:nvPr/>
        </p:nvSpPr>
        <p:spPr>
          <a:xfrm>
            <a:off x="658440" y="274320"/>
            <a:ext cx="10874520" cy="16158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D98324"/>
                </a:solidFill>
                <a:effectLst/>
                <a:uFillTx/>
                <a:latin typeface="Ghea Grapalat"/>
              </a:rPr>
              <a:t>ՊԱՏՎԻՐԱՏՈՒՆ ԱՍՈՒՄ Է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20" name="TextBox 5"/>
          <p:cNvSpPr/>
          <p:nvPr/>
        </p:nvSpPr>
        <p:spPr>
          <a:xfrm>
            <a:off x="658440" y="1965960"/>
            <a:ext cx="10874520" cy="128342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8000"/>
              </a:lnSpc>
            </a:pPr>
            <a:r>
              <a:rPr lang="en-US" sz="3509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«</a:t>
            </a:r>
            <a:r>
              <a:rPr lang="en-US" sz="3509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Ուղղակի</a:t>
            </a:r>
            <a:r>
              <a:rPr lang="en-US" sz="3509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 </a:t>
            </a:r>
            <a:r>
              <a:rPr lang="en-US" sz="3509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ասե՛ք</a:t>
            </a:r>
            <a:r>
              <a:rPr lang="en-US" sz="3509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՝ </a:t>
            </a:r>
            <a:r>
              <a:rPr lang="en-US" sz="3509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արդյո՞ք</a:t>
            </a:r>
            <a:r>
              <a:rPr lang="en-US" sz="3509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 </a:t>
            </a:r>
            <a:r>
              <a:rPr lang="en-US" sz="3509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շարժիչը</a:t>
            </a:r>
            <a:endParaRPr lang="en-US" sz="3509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defTabSz="457200">
              <a:lnSpc>
                <a:spcPct val="118000"/>
              </a:lnSpc>
            </a:pPr>
            <a:r>
              <a:rPr lang="en-US" sz="380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նորմայից</a:t>
            </a:r>
            <a:r>
              <a:rPr lang="en-US" sz="380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 </a:t>
            </a:r>
            <a:r>
              <a:rPr lang="en-US" sz="380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ավելին</a:t>
            </a:r>
            <a:r>
              <a:rPr lang="en-US" sz="380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 է </a:t>
            </a:r>
            <a:r>
              <a:rPr lang="en-US" sz="380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թրթռում</a:t>
            </a:r>
            <a:r>
              <a:rPr lang="en-US" sz="380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»։</a:t>
            </a:r>
            <a:endParaRPr lang="en-US" sz="38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21" name="Rectangle 6"/>
          <p:cNvSpPr/>
          <p:nvPr/>
        </p:nvSpPr>
        <p:spPr>
          <a:xfrm>
            <a:off x="658440" y="4617720"/>
            <a:ext cx="1371240" cy="50400"/>
          </a:xfrm>
          <a:prstGeom prst="rect">
            <a:avLst/>
          </a:prstGeom>
          <a:solidFill>
            <a:srgbClr val="D9832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522" name="TextBox 7"/>
          <p:cNvSpPr/>
          <p:nvPr/>
        </p:nvSpPr>
        <p:spPr>
          <a:xfrm>
            <a:off x="658440" y="4892040"/>
            <a:ext cx="9960120" cy="72955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30000"/>
              </a:lnSpc>
            </a:pP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Ահա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՛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իրական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պահանջի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տեսքը։ Այն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չի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պարունակում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ո՛չ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մեծություն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,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ո՛չ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տիրույթ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,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ո՛չ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թողունակություն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,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ո՛չ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ճշտություն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,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ո՛չ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միջավայր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։ Սա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դեռ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ինժեներական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խնդիր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չէ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։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524" name="TextBox 2"/>
          <p:cNvSpPr/>
          <p:nvPr/>
        </p:nvSpPr>
        <p:spPr>
          <a:xfrm>
            <a:off x="658440" y="6485438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MEMS և տվիչներ  ·  </a:t>
            </a:r>
            <a:r>
              <a:rPr lang="en-US" sz="110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Դասախոսություն</a:t>
            </a:r>
            <a:r>
              <a:rPr lang="en-US" sz="11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1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25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29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26" name="TextBox 4"/>
          <p:cNvSpPr/>
          <p:nvPr/>
        </p:nvSpPr>
        <p:spPr>
          <a:xfrm>
            <a:off x="658440" y="475560"/>
            <a:ext cx="10874520" cy="5232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Յոթ հարց՝ ցանկությունից դեպի բնութագիր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27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528" name="Rounded Rectangle 6"/>
          <p:cNvSpPr/>
          <p:nvPr/>
        </p:nvSpPr>
        <p:spPr>
          <a:xfrm>
            <a:off x="658440" y="1874520"/>
            <a:ext cx="2514240" cy="548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2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ՄԵԾՈՒԹՅՈՒՆ</a:t>
            </a:r>
            <a:endParaRPr lang="en-US" sz="142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29" name="TextBox 7"/>
          <p:cNvSpPr/>
          <p:nvPr/>
        </p:nvSpPr>
        <p:spPr>
          <a:xfrm>
            <a:off x="3447360" y="1993320"/>
            <a:ext cx="8137800" cy="2923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Ո՞ր</a:t>
            </a:r>
            <a:r>
              <a:rPr lang="en-US" sz="19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ֆիզիկական</a:t>
            </a:r>
            <a:r>
              <a:rPr lang="en-US" sz="19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մեծությունը, </a:t>
            </a: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ո՞ր</a:t>
            </a:r>
            <a:r>
              <a:rPr lang="en-US" sz="19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միավորներով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30" name="Rounded Rectangle 8"/>
          <p:cNvSpPr/>
          <p:nvPr/>
        </p:nvSpPr>
        <p:spPr>
          <a:xfrm>
            <a:off x="658440" y="2496240"/>
            <a:ext cx="2514240" cy="548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3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ՏԻՐՈՒՅԹ</a:t>
            </a:r>
            <a:endParaRPr lang="en-US" sz="133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31" name="TextBox 9"/>
          <p:cNvSpPr/>
          <p:nvPr/>
        </p:nvSpPr>
        <p:spPr>
          <a:xfrm>
            <a:off x="3447360" y="2615040"/>
            <a:ext cx="8137800" cy="2923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Նվազագույն</a:t>
            </a:r>
            <a:r>
              <a:rPr lang="en-US" sz="19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և </a:t>
            </a: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առավելագույն</a:t>
            </a:r>
            <a:r>
              <a:rPr lang="en-US" sz="19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արժեքը, որ </a:t>
            </a: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պետք</a:t>
            </a:r>
            <a:r>
              <a:rPr lang="en-US" sz="19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է </a:t>
            </a: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հաղորդվի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32" name="Rounded Rectangle 10"/>
          <p:cNvSpPr/>
          <p:nvPr/>
        </p:nvSpPr>
        <p:spPr>
          <a:xfrm>
            <a:off x="658440" y="3117960"/>
            <a:ext cx="2514240" cy="548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80" b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ԿԵՏԱՅՆՈՒԹՅՈՒՆ</a:t>
            </a:r>
            <a:endParaRPr lang="en-US" sz="128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33" name="TextBox 11"/>
          <p:cNvSpPr/>
          <p:nvPr/>
        </p:nvSpPr>
        <p:spPr>
          <a:xfrm>
            <a:off x="3447360" y="3237120"/>
            <a:ext cx="8137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Նվազագույն</a:t>
            </a:r>
            <a:r>
              <a:rPr lang="en-US" sz="20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20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փոփոխությունը</a:t>
            </a:r>
            <a:r>
              <a:rPr lang="en-US" sz="20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, որ </a:t>
            </a:r>
            <a:r>
              <a:rPr lang="en-US" sz="20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պետք</a:t>
            </a:r>
            <a:r>
              <a:rPr lang="en-US" sz="20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է </a:t>
            </a:r>
            <a:r>
              <a:rPr lang="en-US" sz="20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տարբերակելի</a:t>
            </a:r>
            <a:r>
              <a:rPr lang="en-US" sz="20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20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լինի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34" name="Rounded Rectangle 12"/>
          <p:cNvSpPr/>
          <p:nvPr/>
        </p:nvSpPr>
        <p:spPr>
          <a:xfrm>
            <a:off x="658440" y="3740040"/>
            <a:ext cx="2514240" cy="548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20" b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ՃՇՏՈՒԹՅՈՒՆ</a:t>
            </a:r>
            <a:endParaRPr lang="en-US" sz="142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35" name="TextBox 13"/>
          <p:cNvSpPr/>
          <p:nvPr/>
        </p:nvSpPr>
        <p:spPr>
          <a:xfrm>
            <a:off x="3447360" y="3858840"/>
            <a:ext cx="8137800" cy="2923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Որքա՞ն</a:t>
            </a:r>
            <a:r>
              <a:rPr lang="en-US" sz="19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կարող է </a:t>
            </a: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սխալ</a:t>
            </a:r>
            <a:r>
              <a:rPr lang="en-US" sz="19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լինել</a:t>
            </a:r>
            <a:r>
              <a:rPr lang="en-US" sz="19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ցուցմունքը</a:t>
            </a:r>
            <a:r>
              <a:rPr lang="en-US" sz="19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— և </a:t>
            </a: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ո՞ր</a:t>
            </a:r>
            <a:r>
              <a:rPr lang="en-US" sz="19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ջերմաստիճաններում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36" name="Rounded Rectangle 14"/>
          <p:cNvSpPr/>
          <p:nvPr/>
        </p:nvSpPr>
        <p:spPr>
          <a:xfrm>
            <a:off x="658440" y="4361760"/>
            <a:ext cx="2514240" cy="548280"/>
          </a:xfrm>
          <a:prstGeom prst="roundRect">
            <a:avLst>
              <a:gd name="adj" fmla="val 10000"/>
            </a:avLst>
          </a:prstGeom>
          <a:solidFill>
            <a:srgbClr val="D98324"/>
          </a:solidFill>
          <a:ln w="15875">
            <a:solidFill>
              <a:srgbClr val="D9832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8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ԹՈՂՈՒՆԱԿՈՒԹՅՈՒՆ</a:t>
            </a:r>
            <a:endParaRPr lang="en-US" sz="1280" b="0" u="none" strike="noStrike" dirty="0">
              <a:solidFill>
                <a:srgbClr val="FFFFFF"/>
              </a:solidFill>
              <a:effectLst/>
              <a:uFillTx/>
              <a:latin typeface="Ghea Grapalat"/>
            </a:endParaRPr>
          </a:p>
        </p:txBody>
      </p:sp>
      <p:sp>
        <p:nvSpPr>
          <p:cNvPr id="537" name="TextBox 15"/>
          <p:cNvSpPr/>
          <p:nvPr/>
        </p:nvSpPr>
        <p:spPr>
          <a:xfrm>
            <a:off x="3447360" y="4480560"/>
            <a:ext cx="8554140" cy="2923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Որքա՞ն</a:t>
            </a:r>
            <a:r>
              <a:rPr lang="en-US" sz="19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արագ</a:t>
            </a:r>
            <a:r>
              <a:rPr lang="en-US" sz="19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է </a:t>
            </a: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փոփոխվում</a:t>
            </a:r>
            <a:r>
              <a:rPr lang="en-US" sz="19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։ </a:t>
            </a: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Որ</a:t>
            </a:r>
            <a:r>
              <a:rPr lang="en-US" sz="1900" dirty="0" err="1">
                <a:solidFill>
                  <a:srgbClr val="1A1F24"/>
                </a:solidFill>
                <a:latin typeface="Ghea Grapalat"/>
              </a:rPr>
              <a:t>քա</a:t>
            </a: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ն</a:t>
            </a:r>
            <a:r>
              <a:rPr lang="en-US" sz="19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է </a:t>
            </a: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առավելագույն</a:t>
            </a:r>
            <a:r>
              <a:rPr lang="en-US" sz="19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հաճախությունը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38" name="Rounded Rectangle 16"/>
          <p:cNvSpPr/>
          <p:nvPr/>
        </p:nvSpPr>
        <p:spPr>
          <a:xfrm>
            <a:off x="658440" y="4983480"/>
            <a:ext cx="2514240" cy="548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ՄԻՋԱՎԱՅՐ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39" name="TextBox 17"/>
          <p:cNvSpPr/>
          <p:nvPr/>
        </p:nvSpPr>
        <p:spPr>
          <a:xfrm>
            <a:off x="3447360" y="5102280"/>
            <a:ext cx="8744640" cy="2923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Ջերմաստիճան</a:t>
            </a:r>
            <a:r>
              <a:rPr lang="en-US" sz="19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, </a:t>
            </a: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խոնավություն</a:t>
            </a:r>
            <a:r>
              <a:rPr lang="en-US" sz="19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, </a:t>
            </a: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թրթռում</a:t>
            </a:r>
            <a:r>
              <a:rPr lang="en-US" sz="19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, </a:t>
            </a: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խանգարումներ</a:t>
            </a:r>
            <a:r>
              <a:rPr lang="en-US" sz="19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, </a:t>
            </a: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սնում</a:t>
            </a:r>
            <a:r>
              <a:rPr lang="en-US" sz="19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, </a:t>
            </a: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հզորություն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40" name="Rounded Rectangle 18"/>
          <p:cNvSpPr/>
          <p:nvPr/>
        </p:nvSpPr>
        <p:spPr>
          <a:xfrm>
            <a:off x="658440" y="5605200"/>
            <a:ext cx="2514240" cy="548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ԵԼՔ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41" name="TextBox 19"/>
          <p:cNvSpPr/>
          <p:nvPr/>
        </p:nvSpPr>
        <p:spPr>
          <a:xfrm>
            <a:off x="3447360" y="5724000"/>
            <a:ext cx="8137800" cy="2923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Դեպի</a:t>
            </a:r>
            <a:r>
              <a:rPr lang="en-US" sz="19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ուր</a:t>
            </a:r>
            <a:r>
              <a:rPr lang="en-US" sz="19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, </a:t>
            </a: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ի՞նչ</a:t>
            </a:r>
            <a:r>
              <a:rPr lang="en-US" sz="19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ձևով</a:t>
            </a:r>
            <a:r>
              <a:rPr lang="en-US" sz="19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, </a:t>
            </a: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ի՞նչ</a:t>
            </a:r>
            <a:r>
              <a:rPr lang="en-US" sz="19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հաճախությամբ</a:t>
            </a:r>
            <a:r>
              <a:rPr lang="en-US" sz="19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, </a:t>
            </a: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ի՞նչ</a:t>
            </a:r>
            <a:r>
              <a:rPr lang="en-US" sz="19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ժամանականիշով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42" name="TextBox 20"/>
          <p:cNvSpPr/>
          <p:nvPr/>
        </p:nvSpPr>
        <p:spPr>
          <a:xfrm>
            <a:off x="658440" y="6190792"/>
            <a:ext cx="10874520" cy="2462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Այս </a:t>
            </a:r>
            <a:r>
              <a:rPr lang="en-US" sz="1600" b="1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յոթից</a:t>
            </a:r>
            <a:r>
              <a:rPr lang="en-US" sz="1600" b="1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1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մեկը</a:t>
            </a:r>
            <a:r>
              <a:rPr lang="en-US" sz="1600" b="1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1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սպանեց</a:t>
            </a:r>
            <a:r>
              <a:rPr lang="en-US" sz="1600" b="1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1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շարժիչը</a:t>
            </a:r>
            <a:r>
              <a:rPr lang="en-US" sz="1600" b="1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։ </a:t>
            </a:r>
            <a:r>
              <a:rPr lang="en-US" sz="1600" b="1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Դուք</a:t>
            </a:r>
            <a:r>
              <a:rPr lang="en-US" sz="1600" b="1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1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արդեն</a:t>
            </a:r>
            <a:r>
              <a:rPr lang="en-US" sz="1600" b="1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1" i="1" u="none" strike="noStrike" dirty="0" err="1">
                <a:solidFill>
                  <a:srgbClr val="D98324"/>
                </a:solidFill>
                <a:effectLst/>
                <a:uFillTx/>
                <a:latin typeface="Ghea Grapalat"/>
              </a:rPr>
              <a:t>գիտեք</a:t>
            </a:r>
            <a:r>
              <a:rPr lang="en-US" sz="1600" b="1" i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՝ որը։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544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45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30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46" name="TextBox 4"/>
          <p:cNvSpPr/>
          <p:nvPr/>
        </p:nvSpPr>
        <p:spPr>
          <a:xfrm>
            <a:off x="658440" y="475560"/>
            <a:ext cx="10874520" cy="5232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Նույն պահանջը՝ բնութագրված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47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548" name="TextBox 6"/>
          <p:cNvSpPr/>
          <p:nvPr/>
        </p:nvSpPr>
        <p:spPr>
          <a:xfrm>
            <a:off x="658440" y="1353240"/>
            <a:ext cx="10874520" cy="2616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7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Այժմ</a:t>
            </a:r>
            <a:r>
              <a:rPr lang="en-US" sz="17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7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սա</a:t>
            </a:r>
            <a:r>
              <a:rPr lang="en-US" sz="17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մի </a:t>
            </a:r>
            <a:r>
              <a:rPr lang="en-US" sz="17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բան</a:t>
            </a:r>
            <a:r>
              <a:rPr lang="en-US" sz="17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է, </a:t>
            </a:r>
            <a:r>
              <a:rPr lang="en-US" sz="17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ըստ</a:t>
            </a:r>
            <a:r>
              <a:rPr lang="en-US" sz="17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որի </a:t>
            </a:r>
            <a:r>
              <a:rPr lang="en-US" sz="17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կարելի</a:t>
            </a:r>
            <a:r>
              <a:rPr lang="en-US" sz="17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է </a:t>
            </a:r>
            <a:r>
              <a:rPr lang="en-US" sz="17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պատվիրել</a:t>
            </a:r>
            <a:endParaRPr lang="en-US" sz="17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graphicFrame>
        <p:nvGraphicFramePr>
          <p:cNvPr id="549" name="Table 7"/>
          <p:cNvGraphicFramePr/>
          <p:nvPr>
            <p:extLst>
              <p:ext uri="{D42A27DB-BD31-4B8C-83A1-F6EECF244321}">
                <p14:modId xmlns:p14="http://schemas.microsoft.com/office/powerpoint/2010/main" val="3929813267"/>
              </p:ext>
            </p:extLst>
          </p:nvPr>
        </p:nvGraphicFramePr>
        <p:xfrm>
          <a:off x="658440" y="1920240"/>
          <a:ext cx="10874520" cy="3681840"/>
        </p:xfrm>
        <a:graphic>
          <a:graphicData uri="http://schemas.openxmlformats.org/drawingml/2006/table">
            <a:tbl>
              <a:tblPr/>
              <a:tblGrid>
                <a:gridCol w="184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32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3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GHEA Grapalat" panose="02000506050000020003" pitchFamily="50" charset="0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F24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7F5F1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Բնութագիր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GHEA Grapalat" panose="02000506050000020003" pitchFamily="50" charset="0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F24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7F5F1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Որտեղից է եկել թիվը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GHEA Grapalat" panose="02000506050000020003" pitchFamily="50" charset="0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1F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Մեծություն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 panose="02000506050000020003" pitchFamily="50" charset="0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իրանի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 արագացում, m/s² RMS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 panose="02000506050000020003" pitchFamily="50" charset="0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Շարժիչի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առանցքակալի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վիբրացիայի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արդյունքից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 panose="02000506050000020003" pitchFamily="50" charset="0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Տիրույթ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 panose="02000506050000020003" pitchFamily="50" charset="0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±16 g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 panose="02000506050000020003" pitchFamily="50" charset="0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հարվածային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անցողիկ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պրոցեսներ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,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ոչ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 կայուն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թրթռում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 panose="02000506050000020003" pitchFamily="50" charset="0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Կետայնություն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 panose="02000506050000020003" pitchFamily="50" charset="0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≤ 5 mg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 panose="02000506050000020003" pitchFamily="50" charset="0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ամենավաղ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հայտնաբերելի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վնասվածքը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 ≈ 30 mg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 panose="02000506050000020003" pitchFamily="50" charset="0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Ճշտություն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GHEA Grapalat" panose="02000506050000020003" pitchFamily="50" charset="0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±5 %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ցուցմունքից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, 0–70 °C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 panose="02000506050000020003" pitchFamily="50" charset="0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միտումի հայտնաբերում, ոչ բացարձակ չափագիտություն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GHEA Grapalat" panose="02000506050000020003" pitchFamily="50" charset="0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Թողունակություն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 panose="02000506050000020003" pitchFamily="50" charset="0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≥ 4 kHz,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հակաալիասինգային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 panose="02000506050000020003" pitchFamily="50" charset="0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առանցքակալի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տվյալները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 1–4 կՀց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տիրույթում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 է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 panose="02000506050000020003" pitchFamily="50" charset="0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Միջավայր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 panose="02000506050000020003" pitchFamily="50" charset="0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0–70 °C, 24 V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սնում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,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յուղոտ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,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էլմագ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.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խանգարումներ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 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 panose="02000506050000020003" pitchFamily="50" charset="0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շարժիչի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իրական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պահարանը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 panose="02000506050000020003" pitchFamily="50" charset="0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Ելք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 panose="02000506050000020003" pitchFamily="50" charset="0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RMS +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սպեկտր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, 1 Hz,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ժամանականիշ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 ±1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ms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 panose="02000506050000020003" pitchFamily="50" charset="0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որպեսզի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հաճախությունը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հաշվարկելի</a:t>
                      </a:r>
                      <a:r>
                        <a:rPr lang="en-US" sz="1400" b="0" u="none" strike="noStrike" dirty="0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 </a:t>
                      </a:r>
                      <a:r>
                        <a:rPr lang="en-US" sz="1400" b="0" u="none" strike="noStrike" dirty="0" err="1">
                          <a:solidFill>
                            <a:srgbClr val="1A1F24"/>
                          </a:solidFill>
                          <a:effectLst/>
                          <a:uFillTx/>
                          <a:latin typeface="GHEA Grapalat" panose="02000506050000020003" pitchFamily="50" charset="0"/>
                        </a:rPr>
                        <a:t>լինի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GHEA Grapalat" panose="02000506050000020003" pitchFamily="50" charset="0"/>
                      </a:endParaRPr>
                    </a:p>
                  </a:txBody>
                  <a:tcPr marT="27360" marB="27360"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552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53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31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54" name="TextBox 4"/>
          <p:cNvSpPr/>
          <p:nvPr/>
        </p:nvSpPr>
        <p:spPr>
          <a:xfrm>
            <a:off x="658440" y="475560"/>
            <a:ext cx="10874520" cy="4678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04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Ձեր</a:t>
            </a:r>
            <a:r>
              <a:rPr lang="en-US" sz="304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304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հերթն</a:t>
            </a:r>
            <a:r>
              <a:rPr lang="en-US" sz="304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է</a:t>
            </a:r>
            <a:endParaRPr lang="en-US" sz="304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55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557" name="Rounded Rectangle 7"/>
          <p:cNvSpPr/>
          <p:nvPr/>
        </p:nvSpPr>
        <p:spPr>
          <a:xfrm>
            <a:off x="658440" y="1965960"/>
            <a:ext cx="10874520" cy="1142640"/>
          </a:xfrm>
          <a:prstGeom prst="roundRect">
            <a:avLst>
              <a:gd name="adj" fmla="val 10000"/>
            </a:avLst>
          </a:prstGeom>
          <a:solidFill>
            <a:srgbClr val="1A1F24"/>
          </a:solidFill>
          <a:ln w="15875">
            <a:solidFill>
              <a:srgbClr val="1A1F2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60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«</a:t>
            </a:r>
            <a:r>
              <a:rPr lang="en-US" sz="260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Դրոնը</a:t>
            </a:r>
            <a:r>
              <a:rPr lang="en-US" sz="260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 </a:t>
            </a:r>
            <a:r>
              <a:rPr lang="en-US" sz="260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շարունակ</a:t>
            </a:r>
            <a:r>
              <a:rPr lang="en-US" sz="260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 </a:t>
            </a:r>
            <a:r>
              <a:rPr lang="en-US" sz="260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վեր-վար</a:t>
            </a:r>
            <a:r>
              <a:rPr lang="en-US" sz="260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 է </a:t>
            </a:r>
            <a:r>
              <a:rPr lang="en-US" sz="260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գնում</a:t>
            </a:r>
            <a:r>
              <a:rPr lang="en-US" sz="260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։ </a:t>
            </a:r>
            <a:r>
              <a:rPr lang="en-US" sz="2600" b="1" dirty="0" err="1">
                <a:solidFill>
                  <a:srgbClr val="F7F5F1"/>
                </a:solidFill>
                <a:latin typeface="Ghea Grapalat"/>
              </a:rPr>
              <a:t>Այնպես</a:t>
            </a:r>
            <a:r>
              <a:rPr lang="en-US" sz="2600" b="1" dirty="0">
                <a:solidFill>
                  <a:srgbClr val="F7F5F1"/>
                </a:solidFill>
                <a:latin typeface="Ghea Grapalat"/>
              </a:rPr>
              <a:t> </a:t>
            </a:r>
            <a:r>
              <a:rPr lang="en-US" sz="2600" b="1" dirty="0" err="1">
                <a:solidFill>
                  <a:srgbClr val="F7F5F1"/>
                </a:solidFill>
                <a:latin typeface="Ghea Grapalat"/>
              </a:rPr>
              <a:t>ա</a:t>
            </a:r>
            <a:r>
              <a:rPr lang="en-US" sz="260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րե՛ք</a:t>
            </a:r>
            <a:r>
              <a:rPr lang="en-US" sz="260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, որ </a:t>
            </a:r>
            <a:r>
              <a:rPr lang="en-US" sz="260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բարձրությունը</a:t>
            </a:r>
            <a:r>
              <a:rPr lang="en-US" sz="260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 </a:t>
            </a:r>
            <a:r>
              <a:rPr lang="en-US" sz="260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պահի</a:t>
            </a:r>
            <a:r>
              <a:rPr lang="en-US" sz="260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 </a:t>
            </a:r>
            <a:r>
              <a:rPr lang="en-US" sz="260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սահմանված</a:t>
            </a:r>
            <a:r>
              <a:rPr lang="en-US" sz="260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 </a:t>
            </a:r>
            <a:r>
              <a:rPr lang="en-US" sz="260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տիրույթում</a:t>
            </a:r>
            <a:r>
              <a:rPr lang="en-US" sz="260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»։</a:t>
            </a:r>
            <a:endParaRPr lang="en-US" sz="2600" b="0" u="none" strike="noStrike" dirty="0">
              <a:solidFill>
                <a:srgbClr val="FFFFFF"/>
              </a:solidFill>
              <a:effectLst/>
              <a:uFillTx/>
              <a:latin typeface="Ghea Grapalat"/>
            </a:endParaRPr>
          </a:p>
        </p:txBody>
      </p:sp>
      <p:sp>
        <p:nvSpPr>
          <p:cNvPr id="558" name="Rounded Rectangle 8"/>
          <p:cNvSpPr/>
          <p:nvPr/>
        </p:nvSpPr>
        <p:spPr>
          <a:xfrm>
            <a:off x="658440" y="3429000"/>
            <a:ext cx="3520080" cy="548280"/>
          </a:xfrm>
          <a:prstGeom prst="roundRect">
            <a:avLst>
              <a:gd name="adj" fmla="val 10000"/>
            </a:avLst>
          </a:prstGeom>
          <a:solidFill>
            <a:srgbClr val="D98324"/>
          </a:solidFill>
          <a:ln w="15875">
            <a:solidFill>
              <a:srgbClr val="D9832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Սկսե՛ք</a:t>
            </a:r>
            <a:r>
              <a:rPr lang="en-US" sz="16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6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այստեղից</a:t>
            </a:r>
            <a:endParaRPr lang="en-US" sz="1600" b="0" u="none" strike="noStrike" dirty="0">
              <a:solidFill>
                <a:srgbClr val="FFFFFF"/>
              </a:solidFill>
              <a:effectLst/>
              <a:uFillTx/>
              <a:latin typeface="Ghea Grapalat"/>
            </a:endParaRPr>
          </a:p>
        </p:txBody>
      </p:sp>
      <p:sp>
        <p:nvSpPr>
          <p:cNvPr id="559" name="TextBox 9"/>
          <p:cNvSpPr/>
          <p:nvPr/>
        </p:nvSpPr>
        <p:spPr>
          <a:xfrm>
            <a:off x="749880" y="4160520"/>
            <a:ext cx="3382920" cy="71532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35000"/>
              </a:lnSpc>
            </a:pPr>
            <a:r>
              <a:rPr lang="en-US" sz="18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Ո՞րն</a:t>
            </a:r>
            <a:r>
              <a:rPr lang="en-US" sz="18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է </a:t>
            </a:r>
            <a:r>
              <a:rPr lang="en-US" sz="18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ֆիզիկական</a:t>
            </a:r>
            <a:r>
              <a:rPr lang="en-US" sz="18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մեծությունը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defTabSz="457200">
              <a:lnSpc>
                <a:spcPct val="135000"/>
              </a:lnSpc>
            </a:pPr>
            <a:r>
              <a:rPr lang="en-US" sz="18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Հավանաբար</a:t>
            </a:r>
            <a:r>
              <a:rPr lang="en-US" sz="18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8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բարձրությունը</a:t>
            </a:r>
            <a:r>
              <a:rPr lang="en-US" sz="18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8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չէ</a:t>
            </a:r>
            <a:r>
              <a:rPr lang="en-US" sz="18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։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60" name="Rounded Rectangle 10"/>
          <p:cNvSpPr/>
          <p:nvPr/>
        </p:nvSpPr>
        <p:spPr>
          <a:xfrm>
            <a:off x="4316040" y="3429000"/>
            <a:ext cx="3520080" cy="548280"/>
          </a:xfrm>
          <a:prstGeom prst="roundRect">
            <a:avLst>
              <a:gd name="adj" fmla="val 10000"/>
            </a:avLst>
          </a:prstGeom>
          <a:solidFill>
            <a:srgbClr val="D98324"/>
          </a:solidFill>
          <a:ln w="15875">
            <a:solidFill>
              <a:srgbClr val="D9832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Դժվարը</a:t>
            </a:r>
            <a:endParaRPr lang="en-US" sz="1600" b="0" u="none" strike="noStrike" dirty="0">
              <a:solidFill>
                <a:srgbClr val="FFFFFF"/>
              </a:solidFill>
              <a:effectLst/>
              <a:uFillTx/>
              <a:latin typeface="Ghea Grapalat"/>
            </a:endParaRPr>
          </a:p>
        </p:txBody>
      </p:sp>
      <p:sp>
        <p:nvSpPr>
          <p:cNvPr id="561" name="TextBox 11"/>
          <p:cNvSpPr/>
          <p:nvPr/>
        </p:nvSpPr>
        <p:spPr>
          <a:xfrm>
            <a:off x="4407480" y="4160520"/>
            <a:ext cx="3382920" cy="108574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35000"/>
              </a:lnSpc>
            </a:pPr>
            <a:r>
              <a:rPr lang="en-US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Ի՞նչ</a:t>
            </a:r>
            <a:r>
              <a:rPr lang="en-US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թողունակություն</a:t>
            </a:r>
            <a:r>
              <a:rPr lang="en-US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։ </a:t>
            </a:r>
            <a:r>
              <a:rPr lang="en-US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Որքա՞ն</a:t>
            </a:r>
            <a:r>
              <a:rPr lang="en-US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արագ</a:t>
            </a:r>
            <a:r>
              <a:rPr lang="en-US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en-US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է </a:t>
            </a:r>
            <a:r>
              <a:rPr lang="en-US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իրականում</a:t>
            </a:r>
            <a:r>
              <a:rPr lang="en-US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փոխվում</a:t>
            </a:r>
            <a:r>
              <a:rPr lang="en-US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դրոնի</a:t>
            </a:r>
            <a:r>
              <a:rPr lang="en-US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բարձրությունը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62" name="Rounded Rectangle 12"/>
          <p:cNvSpPr/>
          <p:nvPr/>
        </p:nvSpPr>
        <p:spPr>
          <a:xfrm>
            <a:off x="7973640" y="3429000"/>
            <a:ext cx="3520080" cy="548280"/>
          </a:xfrm>
          <a:prstGeom prst="roundRect">
            <a:avLst>
              <a:gd name="adj" fmla="val 10000"/>
            </a:avLst>
          </a:prstGeom>
          <a:solidFill>
            <a:srgbClr val="D98324"/>
          </a:solidFill>
          <a:ln w="15875">
            <a:solidFill>
              <a:srgbClr val="D9832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Թակարդը</a:t>
            </a:r>
            <a:endParaRPr lang="en-US" sz="1600" b="0" u="none" strike="noStrike" dirty="0">
              <a:solidFill>
                <a:srgbClr val="FFFFFF"/>
              </a:solidFill>
              <a:effectLst/>
              <a:uFillTx/>
              <a:latin typeface="Ghea Grapalat"/>
            </a:endParaRPr>
          </a:p>
        </p:txBody>
      </p:sp>
      <p:sp>
        <p:nvSpPr>
          <p:cNvPr id="563" name="TextBox 13"/>
          <p:cNvSpPr/>
          <p:nvPr/>
        </p:nvSpPr>
        <p:spPr>
          <a:xfrm>
            <a:off x="8065080" y="4160520"/>
            <a:ext cx="3382920" cy="108574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35000"/>
              </a:lnSpc>
            </a:pPr>
            <a:r>
              <a:rPr lang="en-US" sz="18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Ո՞րն</a:t>
            </a:r>
            <a:r>
              <a:rPr lang="en-US" sz="18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է ՏԻՐՈՒՅԹԸ — և </a:t>
            </a:r>
            <a:r>
              <a:rPr lang="en-US" sz="18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արդյոք</a:t>
            </a:r>
            <a:r>
              <a:rPr lang="en-US" sz="18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8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նույնն</a:t>
            </a:r>
            <a:r>
              <a:rPr lang="en-US" sz="18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է, </a:t>
            </a:r>
            <a:r>
              <a:rPr lang="en-US" sz="18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ինչ</a:t>
            </a:r>
            <a:r>
              <a:rPr lang="en-US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en-US" sz="18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անհրաժեշտ </a:t>
            </a:r>
            <a:r>
              <a:rPr lang="en-US" sz="18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կետայնությունը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566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67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32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68" name="TextBox 4"/>
          <p:cNvSpPr/>
          <p:nvPr/>
        </p:nvSpPr>
        <p:spPr>
          <a:xfrm>
            <a:off x="658440" y="274320"/>
            <a:ext cx="10874520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D98324"/>
                </a:solidFill>
                <a:effectLst/>
                <a:uFillTx/>
                <a:latin typeface="Ghea Grapalat"/>
              </a:rPr>
              <a:t>ՀԱՐՑՈՒՄ 4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69" name="TextBox 5"/>
          <p:cNvSpPr/>
          <p:nvPr/>
        </p:nvSpPr>
        <p:spPr>
          <a:xfrm>
            <a:off x="658440" y="658440"/>
            <a:ext cx="10874520" cy="124078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20000"/>
              </a:lnSpc>
            </a:pPr>
            <a:r>
              <a:rPr lang="en-US" sz="23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Առանցքակալի</a:t>
            </a:r>
            <a:r>
              <a:rPr lang="en-US" sz="23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23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վնասվածքի</a:t>
            </a:r>
            <a:r>
              <a:rPr lang="en-US" sz="23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մասին </a:t>
            </a:r>
            <a:r>
              <a:rPr lang="en-US" sz="23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ինֆորմացիան</a:t>
            </a:r>
            <a:r>
              <a:rPr lang="en-US" sz="23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23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գտնվում</a:t>
            </a:r>
            <a:r>
              <a:rPr lang="en-US" sz="23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է 1–4 կՀց </a:t>
            </a:r>
            <a:r>
              <a:rPr lang="en-US" sz="23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տիրույթում</a:t>
            </a:r>
            <a:r>
              <a:rPr lang="en-US" sz="23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։ </a:t>
            </a:r>
            <a:r>
              <a:rPr lang="en-US" sz="23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Բնութագրի</a:t>
            </a:r>
            <a:r>
              <a:rPr lang="en-US" sz="23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23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ո՞ր</a:t>
            </a:r>
            <a:r>
              <a:rPr lang="en-US" sz="23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23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տողն</a:t>
            </a:r>
            <a:r>
              <a:rPr lang="en-US" sz="23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է </a:t>
            </a:r>
            <a:r>
              <a:rPr lang="en-US" sz="23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որոշում</a:t>
            </a:r>
            <a:r>
              <a:rPr lang="hy-AM" sz="23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ը</a:t>
            </a:r>
            <a:r>
              <a:rPr lang="en-US" sz="2300" b="1" dirty="0">
                <a:solidFill>
                  <a:srgbClr val="1A1F24"/>
                </a:solidFill>
                <a:latin typeface="Ghea Grapalat"/>
              </a:rPr>
              <a:t> թե </a:t>
            </a:r>
            <a:r>
              <a:rPr lang="en-US" sz="2300" b="1" dirty="0" err="1">
                <a:solidFill>
                  <a:srgbClr val="1A1F24"/>
                </a:solidFill>
                <a:latin typeface="Ghea Grapalat"/>
              </a:rPr>
              <a:t>արդյոք</a:t>
            </a:r>
            <a:r>
              <a:rPr lang="en-US" sz="2300" b="1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en-US" sz="2300" b="1" dirty="0" err="1">
                <a:solidFill>
                  <a:srgbClr val="1A1F24"/>
                </a:solidFill>
                <a:latin typeface="Ghea Grapalat"/>
              </a:rPr>
              <a:t>ձեր</a:t>
            </a:r>
            <a:r>
              <a:rPr lang="en-US" sz="2300" b="1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en-US" sz="2300" b="1" dirty="0" err="1">
                <a:solidFill>
                  <a:srgbClr val="1A1F24"/>
                </a:solidFill>
                <a:latin typeface="Ghea Grapalat"/>
              </a:rPr>
              <a:t>համակարգը</a:t>
            </a:r>
            <a:r>
              <a:rPr lang="en-US" sz="2300" b="1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en-US" sz="23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կաշխատի</a:t>
            </a:r>
            <a:r>
              <a:rPr lang="en-US" sz="2300" b="1" dirty="0">
                <a:solidFill>
                  <a:srgbClr val="1A1F24"/>
                </a:solidFill>
                <a:latin typeface="Ghea Grapalat"/>
              </a:rPr>
              <a:t>՞ թե </a:t>
            </a:r>
            <a:r>
              <a:rPr lang="en-US" sz="2300" b="1" dirty="0" err="1">
                <a:solidFill>
                  <a:srgbClr val="1A1F24"/>
                </a:solidFill>
                <a:latin typeface="Ghea Grapalat"/>
              </a:rPr>
              <a:t>ոչ</a:t>
            </a:r>
            <a:r>
              <a:rPr lang="en-US" sz="2300" b="1" dirty="0">
                <a:solidFill>
                  <a:srgbClr val="1A1F24"/>
                </a:solidFill>
                <a:latin typeface="Ghea Grapalat"/>
              </a:rPr>
              <a:t>։</a:t>
            </a:r>
            <a:endParaRPr lang="en-US" sz="23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70" name="Rounded Rectangle 6"/>
          <p:cNvSpPr/>
          <p:nvPr/>
        </p:nvSpPr>
        <p:spPr>
          <a:xfrm>
            <a:off x="658440" y="228600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71" name="TextBox 7"/>
          <p:cNvSpPr/>
          <p:nvPr/>
        </p:nvSpPr>
        <p:spPr>
          <a:xfrm>
            <a:off x="859680" y="2404800"/>
            <a:ext cx="45684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72" name="TextBox 8"/>
          <p:cNvSpPr/>
          <p:nvPr/>
        </p:nvSpPr>
        <p:spPr>
          <a:xfrm>
            <a:off x="1371600" y="2495107"/>
            <a:ext cx="9868680" cy="27699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Չափման </a:t>
            </a:r>
            <a:r>
              <a:rPr lang="en-US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լրիվ</a:t>
            </a:r>
            <a:r>
              <a:rPr lang="en-US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տիրույթ</a:t>
            </a:r>
            <a:r>
              <a:rPr lang="en-US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≥ ±16 g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73" name="Rounded Rectangle 9"/>
          <p:cNvSpPr/>
          <p:nvPr/>
        </p:nvSpPr>
        <p:spPr>
          <a:xfrm>
            <a:off x="658440" y="309060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74" name="TextBox 10"/>
          <p:cNvSpPr/>
          <p:nvPr/>
        </p:nvSpPr>
        <p:spPr>
          <a:xfrm>
            <a:off x="859680" y="3209400"/>
            <a:ext cx="45684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75" name="TextBox 11"/>
          <p:cNvSpPr/>
          <p:nvPr/>
        </p:nvSpPr>
        <p:spPr>
          <a:xfrm>
            <a:off x="1371600" y="3211954"/>
            <a:ext cx="9868680" cy="27699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Թողունակություն</a:t>
            </a:r>
            <a:r>
              <a:rPr lang="en-US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≥ 4 kHz, </a:t>
            </a:r>
            <a:r>
              <a:rPr lang="en-US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նմուշառում</a:t>
            </a:r>
            <a:r>
              <a:rPr lang="en-US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≥ 8 kHz, </a:t>
            </a:r>
            <a:r>
              <a:rPr lang="en-US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հակաալիասինգային</a:t>
            </a:r>
            <a:r>
              <a:rPr lang="en-US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ֆիլտրով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76" name="Rounded Rectangle 12"/>
          <p:cNvSpPr/>
          <p:nvPr/>
        </p:nvSpPr>
        <p:spPr>
          <a:xfrm>
            <a:off x="658440" y="389520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77" name="TextBox 13"/>
          <p:cNvSpPr/>
          <p:nvPr/>
        </p:nvSpPr>
        <p:spPr>
          <a:xfrm>
            <a:off x="859680" y="4014360"/>
            <a:ext cx="45684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78" name="TextBox 14"/>
          <p:cNvSpPr/>
          <p:nvPr/>
        </p:nvSpPr>
        <p:spPr>
          <a:xfrm>
            <a:off x="1371600" y="4067170"/>
            <a:ext cx="9868680" cy="27699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Կետայնությունը</a:t>
            </a:r>
            <a:r>
              <a:rPr lang="en-US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≤ 0.1 mg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79" name="Rounded Rectangle 15"/>
          <p:cNvSpPr/>
          <p:nvPr/>
        </p:nvSpPr>
        <p:spPr>
          <a:xfrm>
            <a:off x="658440" y="470016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80" name="TextBox 16"/>
          <p:cNvSpPr/>
          <p:nvPr/>
        </p:nvSpPr>
        <p:spPr>
          <a:xfrm>
            <a:off x="859680" y="4818960"/>
            <a:ext cx="45684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81" name="TextBox 17"/>
          <p:cNvSpPr/>
          <p:nvPr/>
        </p:nvSpPr>
        <p:spPr>
          <a:xfrm>
            <a:off x="1371600" y="4890700"/>
            <a:ext cx="9868680" cy="27699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Աշխատանքային </a:t>
            </a:r>
            <a:r>
              <a:rPr lang="en-US" sz="180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ջերմաստիճան</a:t>
            </a:r>
            <a:r>
              <a:rPr lang="en-US" sz="180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մինչև 85 °C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82" name="TextBox 18"/>
          <p:cNvSpPr/>
          <p:nvPr/>
        </p:nvSpPr>
        <p:spPr>
          <a:xfrm>
            <a:off x="658440" y="5541120"/>
            <a:ext cx="10874520" cy="5557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25000"/>
              </a:lnSpc>
            </a:pPr>
            <a:r>
              <a:rPr lang="en-US" sz="15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Այս </a:t>
            </a:r>
            <a:r>
              <a:rPr lang="en-US" sz="15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չորսից</a:t>
            </a:r>
            <a:r>
              <a:rPr lang="en-US" sz="15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5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ամեն</a:t>
            </a:r>
            <a:r>
              <a:rPr lang="en-US" sz="15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5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մեկը</a:t>
            </a:r>
            <a:r>
              <a:rPr lang="en-US" sz="15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5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իրական</a:t>
            </a:r>
            <a:r>
              <a:rPr lang="en-US" sz="15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5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պահանջ</a:t>
            </a:r>
            <a:r>
              <a:rPr lang="en-US" sz="15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է։ </a:t>
            </a:r>
            <a:r>
              <a:rPr lang="en-US" sz="15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Միայն</a:t>
            </a:r>
            <a:r>
              <a:rPr lang="en-US" sz="15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5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մեկում</a:t>
            </a:r>
            <a:r>
              <a:rPr lang="en-US" sz="15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, </a:t>
            </a:r>
            <a:r>
              <a:rPr lang="en-US" sz="15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սխալվելու</a:t>
            </a:r>
            <a:r>
              <a:rPr lang="en-US" sz="15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5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դեպքում</a:t>
            </a:r>
            <a:r>
              <a:rPr lang="en-US" sz="15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5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ձեր</a:t>
            </a:r>
            <a:r>
              <a:rPr lang="en-US" sz="15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5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համակարգը</a:t>
            </a:r>
            <a:r>
              <a:rPr lang="en-US" sz="15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5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դառնում</a:t>
            </a:r>
            <a:r>
              <a:rPr lang="en-US" sz="15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է </a:t>
            </a:r>
            <a:r>
              <a:rPr lang="en-US" sz="15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անպիտան</a:t>
            </a:r>
            <a:r>
              <a:rPr lang="en-US" sz="15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, </a:t>
            </a:r>
            <a:r>
              <a:rPr lang="en-US" sz="1500" i="1" dirty="0">
                <a:solidFill>
                  <a:srgbClr val="6B7680"/>
                </a:solidFill>
                <a:latin typeface="Ghea Grapalat"/>
              </a:rPr>
              <a:t>և </a:t>
            </a:r>
            <a:r>
              <a:rPr lang="en-US" sz="15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ոչ</a:t>
            </a:r>
            <a:r>
              <a:rPr lang="en-US" sz="15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5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ուղակի</a:t>
            </a:r>
            <a:r>
              <a:rPr lang="en-US" sz="15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5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անկատար</a:t>
            </a:r>
            <a:r>
              <a:rPr lang="en-US" sz="15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։</a:t>
            </a: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584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MEMS և տվիչներ  ·  </a:t>
            </a:r>
            <a:r>
              <a:rPr lang="en-US" sz="110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Դասախոսություն</a:t>
            </a:r>
            <a:r>
              <a:rPr lang="en-US" sz="11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1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85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33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86" name="TextBox 4"/>
          <p:cNvSpPr/>
          <p:nvPr/>
        </p:nvSpPr>
        <p:spPr>
          <a:xfrm>
            <a:off x="658440" y="274320"/>
            <a:ext cx="10874520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ՀԱՐՑՈՒՄ 4  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87" name="TextBox 5"/>
          <p:cNvSpPr/>
          <p:nvPr/>
        </p:nvSpPr>
        <p:spPr>
          <a:xfrm>
            <a:off x="658440" y="658440"/>
            <a:ext cx="10874520" cy="124078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20000"/>
              </a:lnSpc>
            </a:pPr>
            <a:r>
              <a:rPr lang="en-US" sz="2300" b="1" dirty="0" err="1">
                <a:solidFill>
                  <a:srgbClr val="1A1F24"/>
                </a:solidFill>
                <a:latin typeface="Ghea Grapalat"/>
              </a:rPr>
              <a:t>Առանցքակալի</a:t>
            </a:r>
            <a:r>
              <a:rPr lang="en-US" sz="2300" b="1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en-US" sz="2300" b="1" dirty="0" err="1">
                <a:solidFill>
                  <a:srgbClr val="1A1F24"/>
                </a:solidFill>
                <a:latin typeface="Ghea Grapalat"/>
              </a:rPr>
              <a:t>վնասվածքի</a:t>
            </a:r>
            <a:r>
              <a:rPr lang="en-US" sz="2300" b="1" dirty="0">
                <a:solidFill>
                  <a:srgbClr val="1A1F24"/>
                </a:solidFill>
                <a:latin typeface="Ghea Grapalat"/>
              </a:rPr>
              <a:t> մասին </a:t>
            </a:r>
            <a:r>
              <a:rPr lang="en-US" sz="2300" b="1" dirty="0" err="1">
                <a:solidFill>
                  <a:srgbClr val="1A1F24"/>
                </a:solidFill>
                <a:latin typeface="Ghea Grapalat"/>
              </a:rPr>
              <a:t>ինֆորմացիան</a:t>
            </a:r>
            <a:r>
              <a:rPr lang="en-US" sz="2300" b="1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en-US" sz="2300" b="1" dirty="0" err="1">
                <a:solidFill>
                  <a:srgbClr val="1A1F24"/>
                </a:solidFill>
                <a:latin typeface="Ghea Grapalat"/>
              </a:rPr>
              <a:t>գտնվում</a:t>
            </a:r>
            <a:r>
              <a:rPr lang="en-US" sz="2300" b="1" dirty="0">
                <a:solidFill>
                  <a:srgbClr val="1A1F24"/>
                </a:solidFill>
                <a:latin typeface="Ghea Grapalat"/>
              </a:rPr>
              <a:t> է 1–4 կՀց </a:t>
            </a:r>
            <a:r>
              <a:rPr lang="en-US" sz="2300" b="1" dirty="0" err="1">
                <a:solidFill>
                  <a:srgbClr val="1A1F24"/>
                </a:solidFill>
                <a:latin typeface="Ghea Grapalat"/>
              </a:rPr>
              <a:t>տիրույթում</a:t>
            </a:r>
            <a:r>
              <a:rPr lang="en-US" sz="2300" b="1" dirty="0">
                <a:solidFill>
                  <a:srgbClr val="1A1F24"/>
                </a:solidFill>
                <a:latin typeface="Ghea Grapalat"/>
              </a:rPr>
              <a:t>։ </a:t>
            </a:r>
            <a:r>
              <a:rPr lang="en-US" sz="2300" b="1" dirty="0" err="1">
                <a:solidFill>
                  <a:srgbClr val="1A1F24"/>
                </a:solidFill>
                <a:latin typeface="Ghea Grapalat"/>
              </a:rPr>
              <a:t>Բնութագրի</a:t>
            </a:r>
            <a:r>
              <a:rPr lang="en-US" sz="2300" b="1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en-US" sz="2300" b="1" dirty="0" err="1">
                <a:solidFill>
                  <a:srgbClr val="1A1F24"/>
                </a:solidFill>
                <a:latin typeface="Ghea Grapalat"/>
              </a:rPr>
              <a:t>ո՞ր</a:t>
            </a:r>
            <a:r>
              <a:rPr lang="en-US" sz="2300" b="1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en-US" sz="2300" b="1" dirty="0" err="1">
                <a:solidFill>
                  <a:srgbClr val="1A1F24"/>
                </a:solidFill>
                <a:latin typeface="Ghea Grapalat"/>
              </a:rPr>
              <a:t>տողն</a:t>
            </a:r>
            <a:r>
              <a:rPr lang="en-US" sz="2300" b="1" dirty="0">
                <a:solidFill>
                  <a:srgbClr val="1A1F24"/>
                </a:solidFill>
                <a:latin typeface="Ghea Grapalat"/>
              </a:rPr>
              <a:t> է </a:t>
            </a:r>
            <a:r>
              <a:rPr lang="en-US" sz="2300" b="1" dirty="0" err="1">
                <a:solidFill>
                  <a:srgbClr val="1A1F24"/>
                </a:solidFill>
                <a:latin typeface="Ghea Grapalat"/>
              </a:rPr>
              <a:t>որոշում</a:t>
            </a:r>
            <a:r>
              <a:rPr lang="hy-AM" sz="2300" b="1" dirty="0">
                <a:solidFill>
                  <a:srgbClr val="1A1F24"/>
                </a:solidFill>
                <a:latin typeface="Ghea Grapalat"/>
              </a:rPr>
              <a:t>ը</a:t>
            </a:r>
            <a:r>
              <a:rPr lang="en-US" sz="2300" b="1" dirty="0">
                <a:solidFill>
                  <a:srgbClr val="1A1F24"/>
                </a:solidFill>
                <a:latin typeface="Ghea Grapalat"/>
              </a:rPr>
              <a:t> թե </a:t>
            </a:r>
            <a:r>
              <a:rPr lang="en-US" sz="2300" b="1" dirty="0" err="1">
                <a:solidFill>
                  <a:srgbClr val="1A1F24"/>
                </a:solidFill>
                <a:latin typeface="Ghea Grapalat"/>
              </a:rPr>
              <a:t>արդյոք</a:t>
            </a:r>
            <a:r>
              <a:rPr lang="en-US" sz="2300" b="1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en-US" sz="2300" b="1" dirty="0" err="1">
                <a:solidFill>
                  <a:srgbClr val="1A1F24"/>
                </a:solidFill>
                <a:latin typeface="Ghea Grapalat"/>
              </a:rPr>
              <a:t>ձեր</a:t>
            </a:r>
            <a:r>
              <a:rPr lang="en-US" sz="2300" b="1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en-US" sz="2300" b="1" dirty="0" err="1">
                <a:solidFill>
                  <a:srgbClr val="1A1F24"/>
                </a:solidFill>
                <a:latin typeface="Ghea Grapalat"/>
              </a:rPr>
              <a:t>համակարգը</a:t>
            </a:r>
            <a:r>
              <a:rPr lang="en-US" sz="2300" b="1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en-US" sz="2300" b="1" dirty="0" err="1">
                <a:solidFill>
                  <a:srgbClr val="1A1F24"/>
                </a:solidFill>
                <a:latin typeface="Ghea Grapalat"/>
              </a:rPr>
              <a:t>կաշխատի</a:t>
            </a:r>
            <a:r>
              <a:rPr lang="en-US" sz="2300" b="1" dirty="0">
                <a:solidFill>
                  <a:srgbClr val="1A1F24"/>
                </a:solidFill>
                <a:latin typeface="Ghea Grapalat"/>
              </a:rPr>
              <a:t>՞ թե </a:t>
            </a:r>
            <a:r>
              <a:rPr lang="en-US" sz="2300" b="1" dirty="0" err="1">
                <a:solidFill>
                  <a:srgbClr val="1A1F24"/>
                </a:solidFill>
                <a:latin typeface="Ghea Grapalat"/>
              </a:rPr>
              <a:t>ոչ</a:t>
            </a:r>
            <a:r>
              <a:rPr lang="en-US" sz="2300" b="1" dirty="0">
                <a:solidFill>
                  <a:srgbClr val="1A1F24"/>
                </a:solidFill>
                <a:latin typeface="Ghea Grapalat"/>
              </a:rPr>
              <a:t>։</a:t>
            </a:r>
            <a:endParaRPr lang="en-US" sz="2300" dirty="0">
              <a:solidFill>
                <a:srgbClr val="000000"/>
              </a:solidFill>
              <a:latin typeface="Ghea Grapalat"/>
            </a:endParaRPr>
          </a:p>
        </p:txBody>
      </p:sp>
      <p:sp>
        <p:nvSpPr>
          <p:cNvPr id="588" name="Rounded Rectangle 6"/>
          <p:cNvSpPr/>
          <p:nvPr/>
        </p:nvSpPr>
        <p:spPr>
          <a:xfrm>
            <a:off x="658440" y="228600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89" name="TextBox 7"/>
          <p:cNvSpPr/>
          <p:nvPr/>
        </p:nvSpPr>
        <p:spPr>
          <a:xfrm>
            <a:off x="859680" y="2404800"/>
            <a:ext cx="45684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90" name="TextBox 8"/>
          <p:cNvSpPr/>
          <p:nvPr/>
        </p:nvSpPr>
        <p:spPr>
          <a:xfrm>
            <a:off x="1371600" y="2414160"/>
            <a:ext cx="9868680" cy="2462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dirty="0">
                <a:solidFill>
                  <a:srgbClr val="1A1F24"/>
                </a:solidFill>
                <a:latin typeface="Ghea Grapalat"/>
              </a:rPr>
              <a:t>Չափման </a:t>
            </a:r>
            <a:r>
              <a:rPr lang="en-US" sz="1600" dirty="0" err="1">
                <a:solidFill>
                  <a:srgbClr val="1A1F24"/>
                </a:solidFill>
                <a:latin typeface="Ghea Grapalat"/>
              </a:rPr>
              <a:t>լրիվ</a:t>
            </a:r>
            <a:r>
              <a:rPr lang="en-US" sz="1600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en-US" sz="1600" dirty="0" err="1">
                <a:solidFill>
                  <a:srgbClr val="1A1F24"/>
                </a:solidFill>
                <a:latin typeface="Ghea Grapalat"/>
              </a:rPr>
              <a:t>տիրույթ</a:t>
            </a:r>
            <a:r>
              <a:rPr lang="en-US" sz="1600" dirty="0">
                <a:solidFill>
                  <a:srgbClr val="1A1F24"/>
                </a:solidFill>
                <a:latin typeface="Ghea Grapalat"/>
              </a:rPr>
              <a:t> ≥ ±16 g</a:t>
            </a:r>
            <a:endParaRPr lang="en-US" sz="1600" dirty="0">
              <a:solidFill>
                <a:srgbClr val="000000"/>
              </a:solidFill>
              <a:latin typeface="Ghea Grapalat"/>
            </a:endParaRPr>
          </a:p>
        </p:txBody>
      </p:sp>
      <p:sp>
        <p:nvSpPr>
          <p:cNvPr id="591" name="Rounded Rectangle 9"/>
          <p:cNvSpPr/>
          <p:nvPr/>
        </p:nvSpPr>
        <p:spPr>
          <a:xfrm>
            <a:off x="658440" y="309060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DCEDEF"/>
          </a:solidFill>
          <a:ln w="317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92" name="TextBox 10"/>
          <p:cNvSpPr/>
          <p:nvPr/>
        </p:nvSpPr>
        <p:spPr>
          <a:xfrm>
            <a:off x="859680" y="3209400"/>
            <a:ext cx="45684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93" name="TextBox 11"/>
          <p:cNvSpPr/>
          <p:nvPr/>
        </p:nvSpPr>
        <p:spPr>
          <a:xfrm>
            <a:off x="1371600" y="3218760"/>
            <a:ext cx="9868680" cy="27699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b="1" dirty="0" err="1">
                <a:solidFill>
                  <a:srgbClr val="1A1F24"/>
                </a:solidFill>
                <a:latin typeface="Ghea Grapalat"/>
              </a:rPr>
              <a:t>Թողունակություն</a:t>
            </a:r>
            <a:r>
              <a:rPr lang="en-US" b="1" dirty="0">
                <a:solidFill>
                  <a:srgbClr val="1A1F24"/>
                </a:solidFill>
                <a:latin typeface="Ghea Grapalat"/>
              </a:rPr>
              <a:t> ≥ 4 kHz, </a:t>
            </a:r>
            <a:r>
              <a:rPr lang="en-US" b="1" dirty="0" err="1">
                <a:solidFill>
                  <a:srgbClr val="1A1F24"/>
                </a:solidFill>
                <a:latin typeface="Ghea Grapalat"/>
              </a:rPr>
              <a:t>նմուշառում</a:t>
            </a:r>
            <a:r>
              <a:rPr lang="en-US" b="1" dirty="0">
                <a:solidFill>
                  <a:srgbClr val="1A1F24"/>
                </a:solidFill>
                <a:latin typeface="Ghea Grapalat"/>
              </a:rPr>
              <a:t> ≥ 8 kHz, </a:t>
            </a:r>
            <a:r>
              <a:rPr lang="en-US" b="1" dirty="0" err="1">
                <a:solidFill>
                  <a:srgbClr val="1A1F24"/>
                </a:solidFill>
                <a:latin typeface="Ghea Grapalat"/>
              </a:rPr>
              <a:t>հակաալիասինգային</a:t>
            </a:r>
            <a:r>
              <a:rPr lang="en-US" b="1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en-US" b="1" dirty="0" err="1">
                <a:solidFill>
                  <a:srgbClr val="1A1F24"/>
                </a:solidFill>
                <a:latin typeface="Ghea Grapalat"/>
              </a:rPr>
              <a:t>ֆիլտրով</a:t>
            </a:r>
            <a:endParaRPr lang="en-US" b="1" dirty="0">
              <a:solidFill>
                <a:srgbClr val="000000"/>
              </a:solidFill>
              <a:latin typeface="Ghea Grapalat"/>
            </a:endParaRPr>
          </a:p>
        </p:txBody>
      </p:sp>
      <p:sp>
        <p:nvSpPr>
          <p:cNvPr id="594" name="Rounded Rectangle 12"/>
          <p:cNvSpPr/>
          <p:nvPr/>
        </p:nvSpPr>
        <p:spPr>
          <a:xfrm>
            <a:off x="658440" y="389520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95" name="TextBox 13"/>
          <p:cNvSpPr/>
          <p:nvPr/>
        </p:nvSpPr>
        <p:spPr>
          <a:xfrm>
            <a:off x="859680" y="4014360"/>
            <a:ext cx="45684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96" name="TextBox 14"/>
          <p:cNvSpPr/>
          <p:nvPr/>
        </p:nvSpPr>
        <p:spPr>
          <a:xfrm>
            <a:off x="1371600" y="4023360"/>
            <a:ext cx="9868680" cy="2462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dirty="0" err="1">
                <a:solidFill>
                  <a:srgbClr val="1A1F24"/>
                </a:solidFill>
                <a:latin typeface="Ghea Grapalat"/>
              </a:rPr>
              <a:t>Կետայնությունը</a:t>
            </a:r>
            <a:r>
              <a:rPr lang="en-US" sz="1600" dirty="0">
                <a:solidFill>
                  <a:srgbClr val="1A1F24"/>
                </a:solidFill>
                <a:latin typeface="Ghea Grapalat"/>
              </a:rPr>
              <a:t> ≤ 0.1 mg</a:t>
            </a:r>
            <a:endParaRPr lang="en-US" sz="1600" dirty="0">
              <a:solidFill>
                <a:srgbClr val="000000"/>
              </a:solidFill>
              <a:latin typeface="Ghea Grapalat"/>
            </a:endParaRPr>
          </a:p>
        </p:txBody>
      </p:sp>
      <p:sp>
        <p:nvSpPr>
          <p:cNvPr id="597" name="Rounded Rectangle 15"/>
          <p:cNvSpPr/>
          <p:nvPr/>
        </p:nvSpPr>
        <p:spPr>
          <a:xfrm>
            <a:off x="658440" y="4700160"/>
            <a:ext cx="10874520" cy="658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98" name="TextBox 16"/>
          <p:cNvSpPr/>
          <p:nvPr/>
        </p:nvSpPr>
        <p:spPr>
          <a:xfrm>
            <a:off x="859680" y="4818960"/>
            <a:ext cx="45684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599" name="TextBox 17"/>
          <p:cNvSpPr/>
          <p:nvPr/>
        </p:nvSpPr>
        <p:spPr>
          <a:xfrm>
            <a:off x="1371600" y="4827960"/>
            <a:ext cx="9868680" cy="27699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dirty="0">
                <a:solidFill>
                  <a:srgbClr val="1A1F24"/>
                </a:solidFill>
                <a:latin typeface="Ghea Grapalat"/>
              </a:rPr>
              <a:t>Աշխատանքային </a:t>
            </a:r>
            <a:r>
              <a:rPr lang="en-US" dirty="0" err="1">
                <a:solidFill>
                  <a:srgbClr val="1A1F24"/>
                </a:solidFill>
                <a:latin typeface="Ghea Grapalat"/>
              </a:rPr>
              <a:t>ջերմաստիճան</a:t>
            </a:r>
            <a:r>
              <a:rPr lang="en-US" dirty="0">
                <a:solidFill>
                  <a:srgbClr val="1A1F24"/>
                </a:solidFill>
                <a:latin typeface="Ghea Grapalat"/>
              </a:rPr>
              <a:t> մինչև 85 °C</a:t>
            </a:r>
            <a:endParaRPr lang="en-US" dirty="0">
              <a:solidFill>
                <a:srgbClr val="000000"/>
              </a:solidFill>
              <a:latin typeface="Ghea Grapalat"/>
            </a:endParaRPr>
          </a:p>
        </p:txBody>
      </p:sp>
      <p:sp>
        <p:nvSpPr>
          <p:cNvPr id="600" name="TextBox 18"/>
          <p:cNvSpPr/>
          <p:nvPr/>
        </p:nvSpPr>
        <p:spPr>
          <a:xfrm>
            <a:off x="658440" y="5541120"/>
            <a:ext cx="10874520" cy="26718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25000"/>
              </a:lnSpc>
            </a:pPr>
            <a:r>
              <a:rPr lang="en-US" sz="1500" b="0" i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Ա, Գ և Դ-ն </a:t>
            </a:r>
            <a:r>
              <a:rPr lang="en-US" sz="1500" b="0" i="1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իրական</a:t>
            </a:r>
            <a:r>
              <a:rPr lang="en-US" sz="1500" b="0" i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 </a:t>
            </a:r>
            <a:r>
              <a:rPr lang="en-US" sz="1500" b="0" i="1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պահանջներ</a:t>
            </a:r>
            <a:r>
              <a:rPr lang="en-US" sz="1500" b="0" i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 են — </a:t>
            </a:r>
            <a:r>
              <a:rPr lang="en-US" sz="1500" b="0" i="1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սխալվեք</a:t>
            </a:r>
            <a:r>
              <a:rPr lang="en-US" sz="1500" b="0" i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, և </a:t>
            </a:r>
            <a:r>
              <a:rPr lang="en-US" sz="1500" b="0" i="1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համակարգը</a:t>
            </a:r>
            <a:r>
              <a:rPr lang="en-US" sz="1500" b="0" i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 կլինի </a:t>
            </a:r>
            <a:r>
              <a:rPr lang="en-US" sz="1500" b="0" i="1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անկատար</a:t>
            </a:r>
            <a:r>
              <a:rPr lang="en-US" sz="1500" b="0" i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։ </a:t>
            </a:r>
            <a:r>
              <a:rPr lang="en-US" sz="1500" b="0" i="1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Սխալվե՛ք</a:t>
            </a:r>
            <a:r>
              <a:rPr lang="en-US" sz="1500" b="0" i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 Բ-ում, և </a:t>
            </a:r>
            <a:r>
              <a:rPr lang="en-US" sz="1500" b="0" i="1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համակարգը</a:t>
            </a:r>
            <a:r>
              <a:rPr lang="en-US" sz="1500" b="0" i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 կլինի </a:t>
            </a:r>
            <a:r>
              <a:rPr lang="en-US" sz="1500" b="0" i="1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կո՛ւյր</a:t>
            </a:r>
            <a:r>
              <a:rPr lang="en-US" sz="1500" b="0" i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։</a:t>
            </a: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 dirty="0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13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14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34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15" name="TextBox 4"/>
          <p:cNvSpPr/>
          <p:nvPr/>
        </p:nvSpPr>
        <p:spPr>
          <a:xfrm>
            <a:off x="658440" y="475560"/>
            <a:ext cx="10874520" cy="47859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11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Վերադառնանք շարժիչին</a:t>
            </a:r>
            <a:endParaRPr lang="en-US" sz="311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16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18" name="Rounded Rectangle 7"/>
          <p:cNvSpPr/>
          <p:nvPr/>
        </p:nvSpPr>
        <p:spPr>
          <a:xfrm>
            <a:off x="658440" y="214884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2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ՖԻԶԻԿԱԿԱՆ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15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ՄԵԾՈՒԹՅՈՒՆ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19" name="TextBox 8"/>
          <p:cNvSpPr/>
          <p:nvPr/>
        </p:nvSpPr>
        <p:spPr>
          <a:xfrm>
            <a:off x="731520" y="2176200"/>
            <a:ext cx="27396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20" name="Rounded Rectangle 9"/>
          <p:cNvSpPr/>
          <p:nvPr/>
        </p:nvSpPr>
        <p:spPr>
          <a:xfrm>
            <a:off x="3346560" y="214884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ՄԵԽԱՆԻԿԱԿԱՆ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2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ԿԱՊԱԿՑՈՒՄ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21" name="TextBox 10"/>
          <p:cNvSpPr/>
          <p:nvPr/>
        </p:nvSpPr>
        <p:spPr>
          <a:xfrm>
            <a:off x="3420000" y="2176200"/>
            <a:ext cx="27396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22" name="Rounded Rectangle 11"/>
          <p:cNvSpPr/>
          <p:nvPr/>
        </p:nvSpPr>
        <p:spPr>
          <a:xfrm>
            <a:off x="6035040" y="214884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ՓՈԽԱԿԵՐՊՈՒՄ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23" name="TextBox 12"/>
          <p:cNvSpPr/>
          <p:nvPr/>
        </p:nvSpPr>
        <p:spPr>
          <a:xfrm>
            <a:off x="6108120" y="2176200"/>
            <a:ext cx="27396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24" name="Rounded Rectangle 13"/>
          <p:cNvSpPr/>
          <p:nvPr/>
        </p:nvSpPr>
        <p:spPr>
          <a:xfrm>
            <a:off x="8723520" y="214884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4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ԱՆԱԼՈԳԱՅԻՆ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ՄՇԱԿՈՒՄ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25" name="TextBox 14"/>
          <p:cNvSpPr/>
          <p:nvPr/>
        </p:nvSpPr>
        <p:spPr>
          <a:xfrm>
            <a:off x="8796600" y="2176200"/>
            <a:ext cx="27396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26" name="Rounded Rectangle 15"/>
          <p:cNvSpPr/>
          <p:nvPr/>
        </p:nvSpPr>
        <p:spPr>
          <a:xfrm>
            <a:off x="8723520" y="392292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3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ՆՄՈՒՇԱՌՈՒՄ ԵՎ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ՔՎԱՆՏԱՑՈՒՄ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27" name="TextBox 16"/>
          <p:cNvSpPr/>
          <p:nvPr/>
        </p:nvSpPr>
        <p:spPr>
          <a:xfrm>
            <a:off x="8796600" y="3950280"/>
            <a:ext cx="27396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28" name="Rounded Rectangle 17"/>
          <p:cNvSpPr/>
          <p:nvPr/>
        </p:nvSpPr>
        <p:spPr>
          <a:xfrm>
            <a:off x="6035040" y="392292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ԿՈԴԵՐ → ՄՀ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4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ՄԻԱՎՈՐՆԵՐ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29" name="TextBox 18"/>
          <p:cNvSpPr/>
          <p:nvPr/>
        </p:nvSpPr>
        <p:spPr>
          <a:xfrm>
            <a:off x="6108120" y="3950280"/>
            <a:ext cx="27396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30" name="Rounded Rectangle 19"/>
          <p:cNvSpPr/>
          <p:nvPr/>
        </p:nvSpPr>
        <p:spPr>
          <a:xfrm>
            <a:off x="3346560" y="3922920"/>
            <a:ext cx="2212560" cy="932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8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ԺԱՄԱՆԱԿԱՆԻՇ,</a:t>
            </a:r>
            <a:endParaRPr lang="en-US" sz="118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04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ԳՐԱՆՑՈՒՄ, ՈՐՈՇՈՒՄ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31" name="TextBox 20"/>
          <p:cNvSpPr/>
          <p:nvPr/>
        </p:nvSpPr>
        <p:spPr>
          <a:xfrm>
            <a:off x="3420000" y="3950280"/>
            <a:ext cx="273960" cy="153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0E7C86"/>
                </a:solidFill>
                <a:effectLst/>
                <a:uFillTx/>
                <a:latin typeface="Ghea Grapalat"/>
              </a:rPr>
              <a:t>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32" name="Right Arrow 21"/>
          <p:cNvSpPr/>
          <p:nvPr/>
        </p:nvSpPr>
        <p:spPr>
          <a:xfrm>
            <a:off x="2926080" y="251460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33" name="Right Arrow 22"/>
          <p:cNvSpPr/>
          <p:nvPr/>
        </p:nvSpPr>
        <p:spPr>
          <a:xfrm>
            <a:off x="5614560" y="251460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34" name="Right Arrow 23"/>
          <p:cNvSpPr/>
          <p:nvPr/>
        </p:nvSpPr>
        <p:spPr>
          <a:xfrm>
            <a:off x="8302680" y="2514600"/>
            <a:ext cx="365400" cy="2008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35" name="Down Arrow 24"/>
          <p:cNvSpPr/>
          <p:nvPr/>
        </p:nvSpPr>
        <p:spPr>
          <a:xfrm>
            <a:off x="9729360" y="3209400"/>
            <a:ext cx="200880" cy="5666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36" name="Left Arrow 25"/>
          <p:cNvSpPr/>
          <p:nvPr/>
        </p:nvSpPr>
        <p:spPr>
          <a:xfrm>
            <a:off x="5614560" y="4288680"/>
            <a:ext cx="365400" cy="20088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37" name="Left Arrow 26"/>
          <p:cNvSpPr/>
          <p:nvPr/>
        </p:nvSpPr>
        <p:spPr>
          <a:xfrm>
            <a:off x="2926080" y="4288680"/>
            <a:ext cx="365400" cy="20088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40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41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35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42" name="TextBox 4"/>
          <p:cNvSpPr/>
          <p:nvPr/>
        </p:nvSpPr>
        <p:spPr>
          <a:xfrm>
            <a:off x="658440" y="475560"/>
            <a:ext cx="10874520" cy="5232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Հետագա քննության երեք թիվը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43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C0392B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44" name="Rounded Rectangle 6"/>
          <p:cNvSpPr/>
          <p:nvPr/>
        </p:nvSpPr>
        <p:spPr>
          <a:xfrm>
            <a:off x="658440" y="2103120"/>
            <a:ext cx="3520080" cy="1371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1520 </a:t>
            </a:r>
            <a:r>
              <a:rPr lang="en-US" sz="4400" b="1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Հց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45" name="TextBox 7"/>
          <p:cNvSpPr/>
          <p:nvPr/>
        </p:nvSpPr>
        <p:spPr>
          <a:xfrm>
            <a:off x="749880" y="3639240"/>
            <a:ext cx="3382920" cy="55649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25000"/>
              </a:lnSpc>
            </a:pPr>
            <a:r>
              <a:rPr lang="en-US" sz="151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առանցքակալի</a:t>
            </a:r>
            <a:r>
              <a:rPr lang="en-US" sz="151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51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վնասվածքի</a:t>
            </a:r>
            <a:r>
              <a:rPr lang="en-US" sz="151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51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օսցիլոգրման</a:t>
            </a:r>
            <a:endParaRPr lang="en-US" sz="151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46" name="Rounded Rectangle 8"/>
          <p:cNvSpPr/>
          <p:nvPr/>
        </p:nvSpPr>
        <p:spPr>
          <a:xfrm>
            <a:off x="4316040" y="2103120"/>
            <a:ext cx="3520080" cy="1371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C0392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1" u="none" strike="noStrike" dirty="0">
                <a:solidFill>
                  <a:srgbClr val="C0392B"/>
                </a:solidFill>
                <a:effectLst/>
                <a:uFillTx/>
                <a:latin typeface="Ghea Grapalat"/>
              </a:rPr>
              <a:t>100 </a:t>
            </a:r>
            <a:r>
              <a:rPr lang="en-US" sz="4400" b="1" dirty="0" err="1">
                <a:solidFill>
                  <a:srgbClr val="C0392B"/>
                </a:solidFill>
                <a:latin typeface="Ghea Grapalat"/>
              </a:rPr>
              <a:t>Հց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47" name="TextBox 9"/>
          <p:cNvSpPr/>
          <p:nvPr/>
        </p:nvSpPr>
        <p:spPr>
          <a:xfrm>
            <a:off x="4407480" y="3639240"/>
            <a:ext cx="3382920" cy="53347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25000"/>
              </a:lnSpc>
            </a:pPr>
            <a:r>
              <a:rPr lang="en-US" sz="144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նմուշառման</a:t>
            </a:r>
            <a:r>
              <a:rPr lang="en-US" sz="144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44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հաճախությունը</a:t>
            </a:r>
            <a:r>
              <a:rPr lang="en-US" sz="144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, որ </a:t>
            </a:r>
            <a:r>
              <a:rPr lang="en-US" sz="144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ինչ</a:t>
            </a:r>
            <a:r>
              <a:rPr lang="en-US" sz="144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-որ </a:t>
            </a:r>
            <a:r>
              <a:rPr lang="en-US" sz="144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մեկն</a:t>
            </a:r>
            <a:r>
              <a:rPr lang="en-US" sz="144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44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ընտրել</a:t>
            </a:r>
            <a:r>
              <a:rPr lang="en-US" sz="144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է</a:t>
            </a:r>
            <a:endParaRPr lang="en-US" sz="144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48" name="Rounded Rectangle 10"/>
          <p:cNvSpPr/>
          <p:nvPr/>
        </p:nvSpPr>
        <p:spPr>
          <a:xfrm>
            <a:off x="7973640" y="2103120"/>
            <a:ext cx="3520080" cy="1371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C0392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3890" b="1" u="none" strike="noStrike">
                <a:solidFill>
                  <a:srgbClr val="C0392B"/>
                </a:solidFill>
                <a:effectLst/>
                <a:uFillTx/>
                <a:latin typeface="Ghea Grapalat"/>
              </a:rPr>
              <a:t>ոչ մի</a:t>
            </a:r>
            <a:endParaRPr lang="en-US" sz="389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49" name="TextBox 11"/>
          <p:cNvSpPr/>
          <p:nvPr/>
        </p:nvSpPr>
        <p:spPr>
          <a:xfrm>
            <a:off x="8065080" y="3639240"/>
            <a:ext cx="3382920" cy="57054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25000"/>
              </a:lnSpc>
            </a:pPr>
            <a:r>
              <a:rPr lang="en-US" sz="154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տեղադրված </a:t>
            </a:r>
            <a:r>
              <a:rPr lang="en-US" sz="154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հակաալիասինգային</a:t>
            </a:r>
            <a:r>
              <a:rPr lang="en-US" sz="1540" b="0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540" b="0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ֆիլտր</a:t>
            </a:r>
            <a:endParaRPr lang="en-US" sz="154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50" name="Rounded Rectangle 12"/>
          <p:cNvSpPr/>
          <p:nvPr/>
        </p:nvSpPr>
        <p:spPr>
          <a:xfrm>
            <a:off x="658440" y="4572000"/>
            <a:ext cx="10874520" cy="914040"/>
          </a:xfrm>
          <a:prstGeom prst="roundRect">
            <a:avLst>
              <a:gd name="adj" fmla="val 10000"/>
            </a:avLst>
          </a:prstGeom>
          <a:solidFill>
            <a:srgbClr val="F7DFDC"/>
          </a:solidFill>
          <a:ln w="15875">
            <a:solidFill>
              <a:srgbClr val="C0392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hy-AM" b="1" dirty="0">
                <a:solidFill>
                  <a:srgbClr val="1A1F24"/>
                </a:solidFill>
                <a:latin typeface="Ghea Grapalat"/>
              </a:rPr>
              <a:t>100 </a:t>
            </a:r>
            <a:r>
              <a:rPr lang="hy-AM" b="1" dirty="0" err="1">
                <a:solidFill>
                  <a:srgbClr val="1A1F24"/>
                </a:solidFill>
                <a:latin typeface="Ghea Grapalat"/>
              </a:rPr>
              <a:t>Հց</a:t>
            </a:r>
            <a:r>
              <a:rPr lang="hy-AM" b="1" dirty="0">
                <a:solidFill>
                  <a:srgbClr val="1A1F24"/>
                </a:solidFill>
                <a:latin typeface="Ghea Grapalat"/>
              </a:rPr>
              <a:t> հաճախականությամբ </a:t>
            </a:r>
            <a:r>
              <a:rPr lang="hy-AM" b="1" dirty="0" err="1">
                <a:solidFill>
                  <a:srgbClr val="1A1F24"/>
                </a:solidFill>
                <a:latin typeface="Ghea Grapalat"/>
              </a:rPr>
              <a:t>դիսկրետացման</a:t>
            </a:r>
            <a:r>
              <a:rPr lang="hy-AM" b="1" dirty="0">
                <a:solidFill>
                  <a:srgbClr val="1A1F24"/>
                </a:solidFill>
                <a:latin typeface="Ghea Grapalat"/>
              </a:rPr>
              <a:t> դեպքում 50 </a:t>
            </a:r>
            <a:r>
              <a:rPr lang="hy-AM" b="1" dirty="0" err="1">
                <a:solidFill>
                  <a:srgbClr val="1A1F24"/>
                </a:solidFill>
                <a:latin typeface="Ghea Grapalat"/>
              </a:rPr>
              <a:t>Հց</a:t>
            </a:r>
            <a:r>
              <a:rPr lang="hy-AM" b="1" dirty="0">
                <a:solidFill>
                  <a:srgbClr val="1A1F24"/>
                </a:solidFill>
                <a:latin typeface="Ghea Grapalat"/>
              </a:rPr>
              <a:t>-ից բարձր բոլոր </a:t>
            </a:r>
            <a:r>
              <a:rPr lang="hy-AM" b="1" dirty="0" err="1">
                <a:solidFill>
                  <a:srgbClr val="1A1F24"/>
                </a:solidFill>
                <a:latin typeface="Ghea Grapalat"/>
              </a:rPr>
              <a:t>հաճախականություններն</a:t>
            </a:r>
            <a:r>
              <a:rPr lang="hy-AM" b="1" dirty="0">
                <a:solidFill>
                  <a:srgbClr val="1A1F24"/>
                </a:solidFill>
                <a:latin typeface="Ghea Grapalat"/>
              </a:rPr>
              <a:t> արտացոլվում են դեպի աշխատանքային տիրույթ, իսկ ԱԹՓ-ից</a:t>
            </a:r>
            <a:r>
              <a:rPr lang="en-US" b="1" dirty="0">
                <a:solidFill>
                  <a:srgbClr val="1A1F24"/>
                </a:solidFill>
                <a:latin typeface="Ghea Grapalat"/>
              </a:rPr>
              <a:t> </a:t>
            </a:r>
            <a:r>
              <a:rPr lang="hy-AM" b="1" dirty="0">
                <a:solidFill>
                  <a:srgbClr val="1A1F24"/>
                </a:solidFill>
                <a:latin typeface="Ghea Grapalat"/>
              </a:rPr>
              <a:t>առաջ զտիչի բացակայության պատճառով ոչինչ չկար դրան խոչընդոտելու համար: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51" name="TextBox 13"/>
          <p:cNvSpPr/>
          <p:nvPr/>
        </p:nvSpPr>
        <p:spPr>
          <a:xfrm>
            <a:off x="658440" y="5760720"/>
            <a:ext cx="10874520" cy="55399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0" i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Նայքվիստ</a:t>
            </a:r>
            <a:r>
              <a:rPr lang="en-US" sz="1800" b="0" i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. 1520 Hz </a:t>
            </a:r>
            <a:r>
              <a:rPr lang="en-US" sz="1800" b="0" i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տեսնելու</a:t>
            </a:r>
            <a:r>
              <a:rPr lang="en-US" sz="1800" b="0" i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համար </a:t>
            </a:r>
            <a:r>
              <a:rPr lang="en-US" sz="1800" b="0" i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պետք</a:t>
            </a:r>
            <a:r>
              <a:rPr lang="en-US" sz="1800" b="0" i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է </a:t>
            </a:r>
            <a:r>
              <a:rPr lang="en-US" sz="1800" b="0" i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նմուշառել</a:t>
            </a:r>
            <a:r>
              <a:rPr lang="en-US" sz="1800" b="0" i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3040 Hz-ից </a:t>
            </a:r>
            <a:r>
              <a:rPr lang="en-US" sz="1800" b="0" i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վեր</a:t>
            </a:r>
            <a:r>
              <a:rPr lang="en-US" sz="1800" b="0" i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։ </a:t>
            </a:r>
            <a:r>
              <a:rPr lang="en-US" sz="1800" b="0" i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Նրանք</a:t>
            </a:r>
            <a:r>
              <a:rPr lang="en-US" sz="1800" b="0" i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800" b="0" i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նմուշառել</a:t>
            </a:r>
            <a:r>
              <a:rPr lang="en-US" sz="1800" b="0" i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են 30 </a:t>
            </a:r>
            <a:r>
              <a:rPr lang="en-US" sz="1800" b="0" i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անգամ</a:t>
            </a:r>
            <a:r>
              <a:rPr lang="en-US" sz="1800" b="0" i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1800" b="0" i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դանդաղ</a:t>
            </a:r>
            <a:r>
              <a:rPr lang="en-US" sz="1800" b="0" i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։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53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54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36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55" name="TextBox 4"/>
          <p:cNvSpPr/>
          <p:nvPr/>
        </p:nvSpPr>
        <p:spPr>
          <a:xfrm>
            <a:off x="658440" y="475560"/>
            <a:ext cx="10874520" cy="5232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Որտեղից</a:t>
            </a:r>
            <a:r>
              <a:rPr lang="en-US" sz="34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34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եկավ</a:t>
            </a:r>
            <a:r>
              <a:rPr lang="en-US" sz="34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20 </a:t>
            </a:r>
            <a:r>
              <a:rPr lang="en-US" sz="3400" b="1" dirty="0" err="1">
                <a:solidFill>
                  <a:srgbClr val="1A1F24"/>
                </a:solidFill>
                <a:latin typeface="Ghea Grapalat"/>
              </a:rPr>
              <a:t>Հց</a:t>
            </a:r>
            <a:r>
              <a:rPr lang="en-US" sz="34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34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գիծը</a:t>
            </a:r>
            <a:endParaRPr lang="en-US" sz="34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56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C0392B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57" name="TextBox 6"/>
          <p:cNvSpPr/>
          <p:nvPr/>
        </p:nvSpPr>
        <p:spPr>
          <a:xfrm>
            <a:off x="658440" y="1353240"/>
            <a:ext cx="10874520" cy="5232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7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Գծված</a:t>
            </a:r>
            <a:r>
              <a:rPr lang="en-US" sz="17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է 19 </a:t>
            </a:r>
            <a:r>
              <a:rPr lang="en-US" sz="17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պարբերություն</a:t>
            </a:r>
            <a:r>
              <a:rPr lang="en-US" sz="17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20 նմուշի </a:t>
            </a:r>
            <a:r>
              <a:rPr lang="en-US" sz="17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դիմաց</a:t>
            </a:r>
            <a:r>
              <a:rPr lang="en-US" sz="17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, որ տեսանելի </a:t>
            </a:r>
            <a:r>
              <a:rPr lang="en-US" sz="17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լինի</a:t>
            </a:r>
            <a:r>
              <a:rPr lang="en-US" sz="17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— շարժիչի </a:t>
            </a:r>
            <a:r>
              <a:rPr lang="en-US" sz="17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հարաբերությունն</a:t>
            </a:r>
            <a:r>
              <a:rPr lang="en-US" sz="17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7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էր</a:t>
            </a:r>
            <a:r>
              <a:rPr lang="en-US" sz="17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1520:100, </a:t>
            </a:r>
            <a:r>
              <a:rPr lang="en-US" sz="17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նույն</a:t>
            </a:r>
            <a:r>
              <a:rPr lang="en-US" sz="17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7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թվաբանությունը</a:t>
            </a:r>
            <a:endParaRPr lang="en-US" sz="17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58" name="Rectangle 7"/>
          <p:cNvSpPr/>
          <p:nvPr/>
        </p:nvSpPr>
        <p:spPr>
          <a:xfrm>
            <a:off x="795600" y="3429000"/>
            <a:ext cx="7772040" cy="12240"/>
          </a:xfrm>
          <a:prstGeom prst="rect">
            <a:avLst/>
          </a:prstGeom>
          <a:solidFill>
            <a:srgbClr val="E4E2DE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400" rIns="90000" bIns="-324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59" name="Freeform 8"/>
          <p:cNvSpPr/>
          <p:nvPr/>
        </p:nvSpPr>
        <p:spPr>
          <a:xfrm>
            <a:off x="795600" y="2468880"/>
            <a:ext cx="7772040" cy="1919880"/>
          </a:xfrm>
          <a:custGeom>
            <a:avLst/>
            <a:gdLst>
              <a:gd name="textAreaLeft" fmla="*/ 0 w 7772040"/>
              <a:gd name="textAreaRight" fmla="*/ 7772400 w 7772040"/>
              <a:gd name="textAreaTop" fmla="*/ 0 h 1919880"/>
              <a:gd name="textAreaBottom" fmla="*/ 1920240 h 1919880"/>
            </a:gdLst>
            <a:ahLst/>
            <a:cxnLst/>
            <a:rect l="textAreaLeft" t="textAreaTop" r="textAreaRight" b="textAreaBottom"/>
            <a:pathLst>
              <a:path w="7772400" h="1920240">
                <a:moveTo>
                  <a:pt x="0" y="960120"/>
                </a:moveTo>
                <a:lnTo>
                  <a:pt x="19431" y="677806"/>
                </a:lnTo>
                <a:lnTo>
                  <a:pt x="38862" y="420452"/>
                </a:lnTo>
                <a:lnTo>
                  <a:pt x="58293" y="210813"/>
                </a:lnTo>
                <a:lnTo>
                  <a:pt x="77724" y="67423"/>
                </a:lnTo>
                <a:lnTo>
                  <a:pt x="97155" y="2959"/>
                </a:lnTo>
                <a:lnTo>
                  <a:pt x="116586" y="23122"/>
                </a:lnTo>
                <a:lnTo>
                  <a:pt x="136017" y="126129"/>
                </a:lnTo>
                <a:lnTo>
                  <a:pt x="155448" y="302872"/>
                </a:lnTo>
                <a:lnTo>
                  <a:pt x="174879" y="537725"/>
                </a:lnTo>
                <a:lnTo>
                  <a:pt x="194310" y="809924"/>
                </a:lnTo>
                <a:lnTo>
                  <a:pt x="213741" y="1095402"/>
                </a:lnTo>
                <a:lnTo>
                  <a:pt x="233172" y="1368919"/>
                </a:lnTo>
                <a:lnTo>
                  <a:pt x="252603" y="1606292"/>
                </a:lnTo>
                <a:lnTo>
                  <a:pt x="272034" y="1786535"/>
                </a:lnTo>
                <a:lnTo>
                  <a:pt x="291465" y="1893711"/>
                </a:lnTo>
                <a:lnTo>
                  <a:pt x="310896" y="1918345"/>
                </a:lnTo>
                <a:lnTo>
                  <a:pt x="330327" y="1858258"/>
                </a:lnTo>
                <a:lnTo>
                  <a:pt x="349758" y="1718763"/>
                </a:lnTo>
                <a:lnTo>
                  <a:pt x="369189" y="1512194"/>
                </a:lnTo>
                <a:lnTo>
                  <a:pt x="388620" y="1256813"/>
                </a:lnTo>
                <a:lnTo>
                  <a:pt x="408051" y="975200"/>
                </a:lnTo>
                <a:lnTo>
                  <a:pt x="427482" y="692255"/>
                </a:lnTo>
                <a:lnTo>
                  <a:pt x="446913" y="432992"/>
                </a:lnTo>
                <a:lnTo>
                  <a:pt x="466344" y="220334"/>
                </a:lnTo>
                <a:lnTo>
                  <a:pt x="485775" y="73084"/>
                </a:lnTo>
                <a:lnTo>
                  <a:pt x="505206" y="4261"/>
                </a:lnTo>
                <a:lnTo>
                  <a:pt x="524637" y="19948"/>
                </a:lnTo>
                <a:lnTo>
                  <a:pt x="544068" y="118760"/>
                </a:lnTo>
                <a:lnTo>
                  <a:pt x="563499" y="291960"/>
                </a:lnTo>
                <a:lnTo>
                  <a:pt x="582930" y="524234"/>
                </a:lnTo>
                <a:lnTo>
                  <a:pt x="602361" y="795047"/>
                </a:lnTo>
                <a:lnTo>
                  <a:pt x="621792" y="1080454"/>
                </a:lnTo>
                <a:lnTo>
                  <a:pt x="641223" y="1355223"/>
                </a:lnTo>
                <a:lnTo>
                  <a:pt x="660654" y="1595058"/>
                </a:lnTo>
                <a:lnTo>
                  <a:pt x="680085" y="1778756"/>
                </a:lnTo>
                <a:lnTo>
                  <a:pt x="699516" y="1890076"/>
                </a:lnTo>
                <a:lnTo>
                  <a:pt x="718947" y="1919174"/>
                </a:lnTo>
                <a:lnTo>
                  <a:pt x="738378" y="1863478"/>
                </a:lnTo>
                <a:lnTo>
                  <a:pt x="757809" y="1727913"/>
                </a:lnTo>
                <a:lnTo>
                  <a:pt x="777240" y="1524464"/>
                </a:lnTo>
                <a:lnTo>
                  <a:pt x="796671" y="1271119"/>
                </a:lnTo>
                <a:lnTo>
                  <a:pt x="816102" y="990278"/>
                </a:lnTo>
                <a:lnTo>
                  <a:pt x="835533" y="706770"/>
                </a:lnTo>
                <a:lnTo>
                  <a:pt x="854964" y="445661"/>
                </a:lnTo>
                <a:lnTo>
                  <a:pt x="874395" y="230039"/>
                </a:lnTo>
                <a:lnTo>
                  <a:pt x="893826" y="78965"/>
                </a:lnTo>
                <a:lnTo>
                  <a:pt x="913257" y="5798"/>
                </a:lnTo>
                <a:lnTo>
                  <a:pt x="932688" y="17006"/>
                </a:lnTo>
                <a:lnTo>
                  <a:pt x="952119" y="111598"/>
                </a:lnTo>
                <a:lnTo>
                  <a:pt x="971550" y="281212"/>
                </a:lnTo>
                <a:lnTo>
                  <a:pt x="990981" y="510851"/>
                </a:lnTo>
                <a:lnTo>
                  <a:pt x="1010412" y="780211"/>
                </a:lnTo>
                <a:lnTo>
                  <a:pt x="1029843" y="1065478"/>
                </a:lnTo>
                <a:lnTo>
                  <a:pt x="1049274" y="1341429"/>
                </a:lnTo>
                <a:lnTo>
                  <a:pt x="1068705" y="1583668"/>
                </a:lnTo>
                <a:lnTo>
                  <a:pt x="1088136" y="1770776"/>
                </a:lnTo>
                <a:lnTo>
                  <a:pt x="1107567" y="1886210"/>
                </a:lnTo>
                <a:lnTo>
                  <a:pt x="1126998" y="1919766"/>
                </a:lnTo>
                <a:lnTo>
                  <a:pt x="1146429" y="1868475"/>
                </a:lnTo>
                <a:lnTo>
                  <a:pt x="1165860" y="1736873"/>
                </a:lnTo>
                <a:lnTo>
                  <a:pt x="1185291" y="1536595"/>
                </a:lnTo>
                <a:lnTo>
                  <a:pt x="1204722" y="1285349"/>
                </a:lnTo>
                <a:lnTo>
                  <a:pt x="1224153" y="1005347"/>
                </a:lnTo>
                <a:lnTo>
                  <a:pt x="1243584" y="721347"/>
                </a:lnTo>
                <a:lnTo>
                  <a:pt x="1263015" y="458458"/>
                </a:lnTo>
                <a:lnTo>
                  <a:pt x="1282446" y="239923"/>
                </a:lnTo>
                <a:lnTo>
                  <a:pt x="1301877" y="85063"/>
                </a:lnTo>
                <a:lnTo>
                  <a:pt x="1321308" y="7570"/>
                </a:lnTo>
                <a:lnTo>
                  <a:pt x="1340739" y="14296"/>
                </a:lnTo>
                <a:lnTo>
                  <a:pt x="1360170" y="104646"/>
                </a:lnTo>
                <a:lnTo>
                  <a:pt x="1379601" y="270632"/>
                </a:lnTo>
                <a:lnTo>
                  <a:pt x="1399032" y="497578"/>
                </a:lnTo>
                <a:lnTo>
                  <a:pt x="1418463" y="765419"/>
                </a:lnTo>
                <a:lnTo>
                  <a:pt x="1437894" y="1050475"/>
                </a:lnTo>
                <a:lnTo>
                  <a:pt x="1457325" y="1327542"/>
                </a:lnTo>
                <a:lnTo>
                  <a:pt x="1476756" y="1572123"/>
                </a:lnTo>
                <a:lnTo>
                  <a:pt x="1496187" y="1762595"/>
                </a:lnTo>
                <a:lnTo>
                  <a:pt x="1515618" y="1882117"/>
                </a:lnTo>
                <a:lnTo>
                  <a:pt x="1535049" y="1920121"/>
                </a:lnTo>
                <a:lnTo>
                  <a:pt x="1554480" y="1873248"/>
                </a:lnTo>
                <a:lnTo>
                  <a:pt x="1573911" y="1745641"/>
                </a:lnTo>
                <a:lnTo>
                  <a:pt x="1593342" y="1548584"/>
                </a:lnTo>
                <a:lnTo>
                  <a:pt x="1612773" y="1299498"/>
                </a:lnTo>
                <a:lnTo>
                  <a:pt x="1632204" y="1020406"/>
                </a:lnTo>
                <a:lnTo>
                  <a:pt x="1651635" y="735984"/>
                </a:lnTo>
                <a:lnTo>
                  <a:pt x="1671066" y="471379"/>
                </a:lnTo>
                <a:lnTo>
                  <a:pt x="1690497" y="249985"/>
                </a:lnTo>
                <a:lnTo>
                  <a:pt x="1709928" y="91377"/>
                </a:lnTo>
                <a:lnTo>
                  <a:pt x="1729359" y="9578"/>
                </a:lnTo>
                <a:lnTo>
                  <a:pt x="1748790" y="11820"/>
                </a:lnTo>
                <a:lnTo>
                  <a:pt x="1768221" y="97905"/>
                </a:lnTo>
                <a:lnTo>
                  <a:pt x="1787652" y="260222"/>
                </a:lnTo>
                <a:lnTo>
                  <a:pt x="1807083" y="484420"/>
                </a:lnTo>
                <a:lnTo>
                  <a:pt x="1826514" y="750676"/>
                </a:lnTo>
                <a:lnTo>
                  <a:pt x="1845945" y="1035450"/>
                </a:lnTo>
                <a:lnTo>
                  <a:pt x="1865376" y="1313563"/>
                </a:lnTo>
                <a:lnTo>
                  <a:pt x="1884807" y="1560427"/>
                </a:lnTo>
                <a:lnTo>
                  <a:pt x="1904238" y="1754216"/>
                </a:lnTo>
                <a:lnTo>
                  <a:pt x="1923669" y="1877795"/>
                </a:lnTo>
                <a:lnTo>
                  <a:pt x="1943100" y="1920240"/>
                </a:lnTo>
                <a:lnTo>
                  <a:pt x="1962531" y="1877795"/>
                </a:lnTo>
                <a:lnTo>
                  <a:pt x="1981962" y="1754216"/>
                </a:lnTo>
                <a:lnTo>
                  <a:pt x="2001393" y="1560427"/>
                </a:lnTo>
                <a:lnTo>
                  <a:pt x="2020824" y="1313563"/>
                </a:lnTo>
                <a:lnTo>
                  <a:pt x="2040255" y="1035450"/>
                </a:lnTo>
                <a:lnTo>
                  <a:pt x="2059686" y="750676"/>
                </a:lnTo>
                <a:lnTo>
                  <a:pt x="2079117" y="484420"/>
                </a:lnTo>
                <a:lnTo>
                  <a:pt x="2098548" y="260222"/>
                </a:lnTo>
                <a:lnTo>
                  <a:pt x="2117979" y="97905"/>
                </a:lnTo>
                <a:lnTo>
                  <a:pt x="2137410" y="11820"/>
                </a:lnTo>
                <a:lnTo>
                  <a:pt x="2156841" y="9578"/>
                </a:lnTo>
                <a:lnTo>
                  <a:pt x="2176272" y="91377"/>
                </a:lnTo>
                <a:lnTo>
                  <a:pt x="2195703" y="249985"/>
                </a:lnTo>
                <a:lnTo>
                  <a:pt x="2215134" y="471379"/>
                </a:lnTo>
                <a:lnTo>
                  <a:pt x="2234565" y="735984"/>
                </a:lnTo>
                <a:lnTo>
                  <a:pt x="2253996" y="1020406"/>
                </a:lnTo>
                <a:lnTo>
                  <a:pt x="2273427" y="1299498"/>
                </a:lnTo>
                <a:lnTo>
                  <a:pt x="2292858" y="1548584"/>
                </a:lnTo>
                <a:lnTo>
                  <a:pt x="2312289" y="1745641"/>
                </a:lnTo>
                <a:lnTo>
                  <a:pt x="2331720" y="1873248"/>
                </a:lnTo>
                <a:lnTo>
                  <a:pt x="2351151" y="1920121"/>
                </a:lnTo>
                <a:lnTo>
                  <a:pt x="2370582" y="1882117"/>
                </a:lnTo>
                <a:lnTo>
                  <a:pt x="2390013" y="1762595"/>
                </a:lnTo>
                <a:lnTo>
                  <a:pt x="2409444" y="1572123"/>
                </a:lnTo>
                <a:lnTo>
                  <a:pt x="2428875" y="1327542"/>
                </a:lnTo>
                <a:lnTo>
                  <a:pt x="2448306" y="1050475"/>
                </a:lnTo>
                <a:lnTo>
                  <a:pt x="2467737" y="765419"/>
                </a:lnTo>
                <a:lnTo>
                  <a:pt x="2487168" y="497578"/>
                </a:lnTo>
                <a:lnTo>
                  <a:pt x="2506599" y="270632"/>
                </a:lnTo>
                <a:lnTo>
                  <a:pt x="2526030" y="104646"/>
                </a:lnTo>
                <a:lnTo>
                  <a:pt x="2545461" y="14296"/>
                </a:lnTo>
                <a:lnTo>
                  <a:pt x="2564892" y="7570"/>
                </a:lnTo>
                <a:lnTo>
                  <a:pt x="2584323" y="85063"/>
                </a:lnTo>
                <a:lnTo>
                  <a:pt x="2603754" y="239923"/>
                </a:lnTo>
                <a:lnTo>
                  <a:pt x="2623185" y="458458"/>
                </a:lnTo>
                <a:lnTo>
                  <a:pt x="2642616" y="721347"/>
                </a:lnTo>
                <a:lnTo>
                  <a:pt x="2662047" y="1005347"/>
                </a:lnTo>
                <a:lnTo>
                  <a:pt x="2681478" y="1285349"/>
                </a:lnTo>
                <a:lnTo>
                  <a:pt x="2700909" y="1536595"/>
                </a:lnTo>
                <a:lnTo>
                  <a:pt x="2720340" y="1736873"/>
                </a:lnTo>
                <a:lnTo>
                  <a:pt x="2739771" y="1868475"/>
                </a:lnTo>
                <a:lnTo>
                  <a:pt x="2759202" y="1919766"/>
                </a:lnTo>
                <a:lnTo>
                  <a:pt x="2778633" y="1886210"/>
                </a:lnTo>
                <a:lnTo>
                  <a:pt x="2798064" y="1770776"/>
                </a:lnTo>
                <a:lnTo>
                  <a:pt x="2817495" y="1583668"/>
                </a:lnTo>
                <a:lnTo>
                  <a:pt x="2836926" y="1341429"/>
                </a:lnTo>
                <a:lnTo>
                  <a:pt x="2856357" y="1065478"/>
                </a:lnTo>
                <a:lnTo>
                  <a:pt x="2875788" y="780211"/>
                </a:lnTo>
                <a:lnTo>
                  <a:pt x="2895219" y="510851"/>
                </a:lnTo>
                <a:lnTo>
                  <a:pt x="2914650" y="281212"/>
                </a:lnTo>
                <a:lnTo>
                  <a:pt x="2934081" y="111598"/>
                </a:lnTo>
                <a:lnTo>
                  <a:pt x="2953512" y="17006"/>
                </a:lnTo>
                <a:lnTo>
                  <a:pt x="2972943" y="5798"/>
                </a:lnTo>
                <a:lnTo>
                  <a:pt x="2992374" y="78965"/>
                </a:lnTo>
                <a:lnTo>
                  <a:pt x="3011805" y="230039"/>
                </a:lnTo>
                <a:lnTo>
                  <a:pt x="3031236" y="445661"/>
                </a:lnTo>
                <a:lnTo>
                  <a:pt x="3050667" y="706770"/>
                </a:lnTo>
                <a:lnTo>
                  <a:pt x="3070098" y="990278"/>
                </a:lnTo>
                <a:lnTo>
                  <a:pt x="3089529" y="1271119"/>
                </a:lnTo>
                <a:lnTo>
                  <a:pt x="3108960" y="1524464"/>
                </a:lnTo>
                <a:lnTo>
                  <a:pt x="3128391" y="1727913"/>
                </a:lnTo>
                <a:lnTo>
                  <a:pt x="3147822" y="1863478"/>
                </a:lnTo>
                <a:lnTo>
                  <a:pt x="3167253" y="1919174"/>
                </a:lnTo>
                <a:lnTo>
                  <a:pt x="3186684" y="1890076"/>
                </a:lnTo>
                <a:lnTo>
                  <a:pt x="3206115" y="1778756"/>
                </a:lnTo>
                <a:lnTo>
                  <a:pt x="3225546" y="1595058"/>
                </a:lnTo>
                <a:lnTo>
                  <a:pt x="3244977" y="1355223"/>
                </a:lnTo>
                <a:lnTo>
                  <a:pt x="3264408" y="1080454"/>
                </a:lnTo>
                <a:lnTo>
                  <a:pt x="3283839" y="795047"/>
                </a:lnTo>
                <a:lnTo>
                  <a:pt x="3303270" y="524234"/>
                </a:lnTo>
                <a:lnTo>
                  <a:pt x="3322701" y="291960"/>
                </a:lnTo>
                <a:lnTo>
                  <a:pt x="3342132" y="118760"/>
                </a:lnTo>
                <a:lnTo>
                  <a:pt x="3361563" y="19948"/>
                </a:lnTo>
                <a:lnTo>
                  <a:pt x="3380994" y="4261"/>
                </a:lnTo>
                <a:lnTo>
                  <a:pt x="3400425" y="73084"/>
                </a:lnTo>
                <a:lnTo>
                  <a:pt x="3419856" y="220334"/>
                </a:lnTo>
                <a:lnTo>
                  <a:pt x="3439287" y="432992"/>
                </a:lnTo>
                <a:lnTo>
                  <a:pt x="3458718" y="692255"/>
                </a:lnTo>
                <a:lnTo>
                  <a:pt x="3478149" y="975200"/>
                </a:lnTo>
                <a:lnTo>
                  <a:pt x="3497580" y="1256813"/>
                </a:lnTo>
                <a:lnTo>
                  <a:pt x="3517011" y="1512194"/>
                </a:lnTo>
                <a:lnTo>
                  <a:pt x="3536442" y="1718763"/>
                </a:lnTo>
                <a:lnTo>
                  <a:pt x="3555873" y="1858258"/>
                </a:lnTo>
                <a:lnTo>
                  <a:pt x="3575304" y="1918345"/>
                </a:lnTo>
                <a:lnTo>
                  <a:pt x="3594735" y="1893711"/>
                </a:lnTo>
                <a:lnTo>
                  <a:pt x="3614166" y="1786535"/>
                </a:lnTo>
                <a:lnTo>
                  <a:pt x="3633597" y="1606292"/>
                </a:lnTo>
                <a:lnTo>
                  <a:pt x="3653028" y="1368919"/>
                </a:lnTo>
                <a:lnTo>
                  <a:pt x="3672459" y="1095402"/>
                </a:lnTo>
                <a:lnTo>
                  <a:pt x="3691890" y="809924"/>
                </a:lnTo>
                <a:lnTo>
                  <a:pt x="3711321" y="537725"/>
                </a:lnTo>
                <a:lnTo>
                  <a:pt x="3730752" y="302872"/>
                </a:lnTo>
                <a:lnTo>
                  <a:pt x="3750183" y="126129"/>
                </a:lnTo>
                <a:lnTo>
                  <a:pt x="3769614" y="23122"/>
                </a:lnTo>
                <a:lnTo>
                  <a:pt x="3789045" y="2959"/>
                </a:lnTo>
                <a:lnTo>
                  <a:pt x="3808476" y="67423"/>
                </a:lnTo>
                <a:lnTo>
                  <a:pt x="3827907" y="210813"/>
                </a:lnTo>
                <a:lnTo>
                  <a:pt x="3847338" y="420452"/>
                </a:lnTo>
                <a:lnTo>
                  <a:pt x="3866769" y="677806"/>
                </a:lnTo>
                <a:lnTo>
                  <a:pt x="3886200" y="960119"/>
                </a:lnTo>
                <a:lnTo>
                  <a:pt x="3905631" y="1242433"/>
                </a:lnTo>
                <a:lnTo>
                  <a:pt x="3925062" y="1499787"/>
                </a:lnTo>
                <a:lnTo>
                  <a:pt x="3944493" y="1709426"/>
                </a:lnTo>
                <a:lnTo>
                  <a:pt x="3963924" y="1852816"/>
                </a:lnTo>
                <a:lnTo>
                  <a:pt x="3983355" y="1917280"/>
                </a:lnTo>
                <a:lnTo>
                  <a:pt x="4002786" y="1897117"/>
                </a:lnTo>
                <a:lnTo>
                  <a:pt x="4022217" y="1794110"/>
                </a:lnTo>
                <a:lnTo>
                  <a:pt x="4041648" y="1617367"/>
                </a:lnTo>
                <a:lnTo>
                  <a:pt x="4061079" y="1382514"/>
                </a:lnTo>
                <a:lnTo>
                  <a:pt x="4080510" y="1110315"/>
                </a:lnTo>
                <a:lnTo>
                  <a:pt x="4099941" y="824837"/>
                </a:lnTo>
                <a:lnTo>
                  <a:pt x="4119372" y="551320"/>
                </a:lnTo>
                <a:lnTo>
                  <a:pt x="4138803" y="313947"/>
                </a:lnTo>
                <a:lnTo>
                  <a:pt x="4158234" y="133704"/>
                </a:lnTo>
                <a:lnTo>
                  <a:pt x="4177665" y="26528"/>
                </a:lnTo>
                <a:lnTo>
                  <a:pt x="4197096" y="1894"/>
                </a:lnTo>
                <a:lnTo>
                  <a:pt x="4216527" y="61981"/>
                </a:lnTo>
                <a:lnTo>
                  <a:pt x="4235958" y="201476"/>
                </a:lnTo>
                <a:lnTo>
                  <a:pt x="4255389" y="408045"/>
                </a:lnTo>
                <a:lnTo>
                  <a:pt x="4274820" y="663426"/>
                </a:lnTo>
                <a:lnTo>
                  <a:pt x="4294251" y="945039"/>
                </a:lnTo>
                <a:lnTo>
                  <a:pt x="4313682" y="1227984"/>
                </a:lnTo>
                <a:lnTo>
                  <a:pt x="4333113" y="1487247"/>
                </a:lnTo>
                <a:lnTo>
                  <a:pt x="4352544" y="1699905"/>
                </a:lnTo>
                <a:lnTo>
                  <a:pt x="4371975" y="1847155"/>
                </a:lnTo>
                <a:lnTo>
                  <a:pt x="4391406" y="1915978"/>
                </a:lnTo>
                <a:lnTo>
                  <a:pt x="4410837" y="1900291"/>
                </a:lnTo>
                <a:lnTo>
                  <a:pt x="4430268" y="1801479"/>
                </a:lnTo>
                <a:lnTo>
                  <a:pt x="4449699" y="1628279"/>
                </a:lnTo>
                <a:lnTo>
                  <a:pt x="4469130" y="1396005"/>
                </a:lnTo>
                <a:lnTo>
                  <a:pt x="4488561" y="1125192"/>
                </a:lnTo>
                <a:lnTo>
                  <a:pt x="4507992" y="839785"/>
                </a:lnTo>
                <a:lnTo>
                  <a:pt x="4527423" y="565016"/>
                </a:lnTo>
                <a:lnTo>
                  <a:pt x="4546854" y="325181"/>
                </a:lnTo>
                <a:lnTo>
                  <a:pt x="4566285" y="141483"/>
                </a:lnTo>
                <a:lnTo>
                  <a:pt x="4585716" y="30163"/>
                </a:lnTo>
                <a:lnTo>
                  <a:pt x="4605147" y="1065"/>
                </a:lnTo>
                <a:lnTo>
                  <a:pt x="4624578" y="56761"/>
                </a:lnTo>
                <a:lnTo>
                  <a:pt x="4644009" y="192326"/>
                </a:lnTo>
                <a:lnTo>
                  <a:pt x="4663440" y="395775"/>
                </a:lnTo>
                <a:lnTo>
                  <a:pt x="4682871" y="649120"/>
                </a:lnTo>
                <a:lnTo>
                  <a:pt x="4702302" y="929961"/>
                </a:lnTo>
                <a:lnTo>
                  <a:pt x="4721733" y="1213469"/>
                </a:lnTo>
                <a:lnTo>
                  <a:pt x="4741164" y="1474578"/>
                </a:lnTo>
                <a:lnTo>
                  <a:pt x="4760595" y="1690200"/>
                </a:lnTo>
                <a:lnTo>
                  <a:pt x="4780026" y="1841274"/>
                </a:lnTo>
                <a:lnTo>
                  <a:pt x="4799457" y="1914441"/>
                </a:lnTo>
                <a:lnTo>
                  <a:pt x="4818888" y="1903233"/>
                </a:lnTo>
                <a:lnTo>
                  <a:pt x="4838319" y="1808641"/>
                </a:lnTo>
                <a:lnTo>
                  <a:pt x="4857750" y="1639027"/>
                </a:lnTo>
                <a:lnTo>
                  <a:pt x="4877181" y="1409388"/>
                </a:lnTo>
                <a:lnTo>
                  <a:pt x="4896612" y="1140028"/>
                </a:lnTo>
                <a:lnTo>
                  <a:pt x="4916043" y="854761"/>
                </a:lnTo>
                <a:lnTo>
                  <a:pt x="4935474" y="578810"/>
                </a:lnTo>
                <a:lnTo>
                  <a:pt x="4954905" y="336571"/>
                </a:lnTo>
                <a:lnTo>
                  <a:pt x="4974336" y="149463"/>
                </a:lnTo>
                <a:lnTo>
                  <a:pt x="4993767" y="34029"/>
                </a:lnTo>
                <a:lnTo>
                  <a:pt x="5013198" y="473"/>
                </a:lnTo>
                <a:lnTo>
                  <a:pt x="5032629" y="51764"/>
                </a:lnTo>
                <a:lnTo>
                  <a:pt x="5052060" y="183366"/>
                </a:lnTo>
                <a:lnTo>
                  <a:pt x="5071491" y="383644"/>
                </a:lnTo>
                <a:lnTo>
                  <a:pt x="5090922" y="634890"/>
                </a:lnTo>
                <a:lnTo>
                  <a:pt x="5110353" y="914892"/>
                </a:lnTo>
                <a:lnTo>
                  <a:pt x="5129784" y="1198892"/>
                </a:lnTo>
                <a:lnTo>
                  <a:pt x="5149215" y="1461781"/>
                </a:lnTo>
                <a:lnTo>
                  <a:pt x="5168646" y="1680316"/>
                </a:lnTo>
                <a:lnTo>
                  <a:pt x="5188077" y="1835176"/>
                </a:lnTo>
                <a:lnTo>
                  <a:pt x="5207508" y="1912669"/>
                </a:lnTo>
                <a:lnTo>
                  <a:pt x="5226939" y="1905943"/>
                </a:lnTo>
                <a:lnTo>
                  <a:pt x="5246370" y="1815593"/>
                </a:lnTo>
                <a:lnTo>
                  <a:pt x="5265801" y="1649607"/>
                </a:lnTo>
                <a:lnTo>
                  <a:pt x="5285232" y="1422661"/>
                </a:lnTo>
                <a:lnTo>
                  <a:pt x="5304663" y="1154820"/>
                </a:lnTo>
                <a:lnTo>
                  <a:pt x="5324094" y="869764"/>
                </a:lnTo>
                <a:lnTo>
                  <a:pt x="5343525" y="592697"/>
                </a:lnTo>
                <a:lnTo>
                  <a:pt x="5362956" y="348116"/>
                </a:lnTo>
                <a:lnTo>
                  <a:pt x="5382387" y="157644"/>
                </a:lnTo>
                <a:lnTo>
                  <a:pt x="5401818" y="38122"/>
                </a:lnTo>
                <a:lnTo>
                  <a:pt x="5421249" y="118"/>
                </a:lnTo>
                <a:lnTo>
                  <a:pt x="5440680" y="46991"/>
                </a:lnTo>
                <a:lnTo>
                  <a:pt x="5460111" y="174598"/>
                </a:lnTo>
                <a:lnTo>
                  <a:pt x="5479542" y="371655"/>
                </a:lnTo>
                <a:lnTo>
                  <a:pt x="5498973" y="620741"/>
                </a:lnTo>
                <a:lnTo>
                  <a:pt x="5518404" y="899833"/>
                </a:lnTo>
                <a:lnTo>
                  <a:pt x="5537835" y="1184255"/>
                </a:lnTo>
                <a:lnTo>
                  <a:pt x="5557266" y="1448860"/>
                </a:lnTo>
                <a:lnTo>
                  <a:pt x="5576697" y="1670254"/>
                </a:lnTo>
                <a:lnTo>
                  <a:pt x="5596128" y="1828862"/>
                </a:lnTo>
                <a:lnTo>
                  <a:pt x="5615559" y="1910661"/>
                </a:lnTo>
                <a:lnTo>
                  <a:pt x="5634990" y="1908419"/>
                </a:lnTo>
                <a:lnTo>
                  <a:pt x="5654421" y="1822334"/>
                </a:lnTo>
                <a:lnTo>
                  <a:pt x="5673852" y="1660017"/>
                </a:lnTo>
                <a:lnTo>
                  <a:pt x="5693283" y="1435819"/>
                </a:lnTo>
                <a:lnTo>
                  <a:pt x="5712714" y="1169563"/>
                </a:lnTo>
                <a:lnTo>
                  <a:pt x="5732145" y="884789"/>
                </a:lnTo>
                <a:lnTo>
                  <a:pt x="5751576" y="606676"/>
                </a:lnTo>
                <a:lnTo>
                  <a:pt x="5771007" y="359812"/>
                </a:lnTo>
                <a:lnTo>
                  <a:pt x="5790438" y="166023"/>
                </a:lnTo>
                <a:lnTo>
                  <a:pt x="5809869" y="42444"/>
                </a:lnTo>
                <a:lnTo>
                  <a:pt x="5829300" y="0"/>
                </a:lnTo>
                <a:lnTo>
                  <a:pt x="5848731" y="42444"/>
                </a:lnTo>
                <a:lnTo>
                  <a:pt x="5868162" y="166023"/>
                </a:lnTo>
                <a:lnTo>
                  <a:pt x="5887593" y="359812"/>
                </a:lnTo>
                <a:lnTo>
                  <a:pt x="5907024" y="606676"/>
                </a:lnTo>
                <a:lnTo>
                  <a:pt x="5926455" y="884789"/>
                </a:lnTo>
                <a:lnTo>
                  <a:pt x="5945886" y="1169563"/>
                </a:lnTo>
                <a:lnTo>
                  <a:pt x="5965317" y="1435819"/>
                </a:lnTo>
                <a:lnTo>
                  <a:pt x="5984748" y="1660017"/>
                </a:lnTo>
                <a:lnTo>
                  <a:pt x="6004179" y="1822334"/>
                </a:lnTo>
                <a:lnTo>
                  <a:pt x="6023610" y="1908419"/>
                </a:lnTo>
                <a:lnTo>
                  <a:pt x="6043041" y="1910661"/>
                </a:lnTo>
                <a:lnTo>
                  <a:pt x="6062472" y="1828862"/>
                </a:lnTo>
                <a:lnTo>
                  <a:pt x="6081903" y="1670254"/>
                </a:lnTo>
                <a:lnTo>
                  <a:pt x="6101334" y="1448860"/>
                </a:lnTo>
                <a:lnTo>
                  <a:pt x="6120765" y="1184255"/>
                </a:lnTo>
                <a:lnTo>
                  <a:pt x="6140196" y="899833"/>
                </a:lnTo>
                <a:lnTo>
                  <a:pt x="6159627" y="620741"/>
                </a:lnTo>
                <a:lnTo>
                  <a:pt x="6179058" y="371655"/>
                </a:lnTo>
                <a:lnTo>
                  <a:pt x="6198489" y="174598"/>
                </a:lnTo>
                <a:lnTo>
                  <a:pt x="6217920" y="46991"/>
                </a:lnTo>
                <a:lnTo>
                  <a:pt x="6237351" y="118"/>
                </a:lnTo>
                <a:lnTo>
                  <a:pt x="6256782" y="38122"/>
                </a:lnTo>
                <a:lnTo>
                  <a:pt x="6276213" y="157644"/>
                </a:lnTo>
                <a:lnTo>
                  <a:pt x="6295644" y="348116"/>
                </a:lnTo>
                <a:lnTo>
                  <a:pt x="6315075" y="592697"/>
                </a:lnTo>
                <a:lnTo>
                  <a:pt x="6334506" y="869764"/>
                </a:lnTo>
                <a:lnTo>
                  <a:pt x="6353937" y="1154820"/>
                </a:lnTo>
                <a:lnTo>
                  <a:pt x="6373368" y="1422661"/>
                </a:lnTo>
                <a:lnTo>
                  <a:pt x="6392799" y="1649607"/>
                </a:lnTo>
                <a:lnTo>
                  <a:pt x="6412230" y="1815593"/>
                </a:lnTo>
                <a:lnTo>
                  <a:pt x="6431661" y="1905943"/>
                </a:lnTo>
                <a:lnTo>
                  <a:pt x="6451092" y="1912669"/>
                </a:lnTo>
                <a:lnTo>
                  <a:pt x="6470523" y="1835176"/>
                </a:lnTo>
                <a:lnTo>
                  <a:pt x="6489954" y="1680316"/>
                </a:lnTo>
                <a:lnTo>
                  <a:pt x="6509385" y="1461781"/>
                </a:lnTo>
                <a:lnTo>
                  <a:pt x="6528816" y="1198892"/>
                </a:lnTo>
                <a:lnTo>
                  <a:pt x="6548247" y="914892"/>
                </a:lnTo>
                <a:lnTo>
                  <a:pt x="6567678" y="634890"/>
                </a:lnTo>
                <a:lnTo>
                  <a:pt x="6587109" y="383644"/>
                </a:lnTo>
                <a:lnTo>
                  <a:pt x="6606540" y="183366"/>
                </a:lnTo>
                <a:lnTo>
                  <a:pt x="6625971" y="51764"/>
                </a:lnTo>
                <a:lnTo>
                  <a:pt x="6645402" y="473"/>
                </a:lnTo>
                <a:lnTo>
                  <a:pt x="6664833" y="34029"/>
                </a:lnTo>
                <a:lnTo>
                  <a:pt x="6684264" y="149463"/>
                </a:lnTo>
                <a:lnTo>
                  <a:pt x="6703695" y="336571"/>
                </a:lnTo>
                <a:lnTo>
                  <a:pt x="6723126" y="578810"/>
                </a:lnTo>
                <a:lnTo>
                  <a:pt x="6742557" y="854761"/>
                </a:lnTo>
                <a:lnTo>
                  <a:pt x="6761988" y="1140028"/>
                </a:lnTo>
                <a:lnTo>
                  <a:pt x="6781419" y="1409388"/>
                </a:lnTo>
                <a:lnTo>
                  <a:pt x="6800850" y="1639027"/>
                </a:lnTo>
                <a:lnTo>
                  <a:pt x="6820281" y="1808641"/>
                </a:lnTo>
                <a:lnTo>
                  <a:pt x="6839712" y="1903233"/>
                </a:lnTo>
                <a:lnTo>
                  <a:pt x="6859143" y="1914441"/>
                </a:lnTo>
                <a:lnTo>
                  <a:pt x="6878574" y="1841274"/>
                </a:lnTo>
                <a:lnTo>
                  <a:pt x="6898005" y="1690200"/>
                </a:lnTo>
                <a:lnTo>
                  <a:pt x="6917436" y="1474578"/>
                </a:lnTo>
                <a:lnTo>
                  <a:pt x="6936867" y="1213469"/>
                </a:lnTo>
                <a:lnTo>
                  <a:pt x="6956298" y="929961"/>
                </a:lnTo>
                <a:lnTo>
                  <a:pt x="6975729" y="649120"/>
                </a:lnTo>
                <a:lnTo>
                  <a:pt x="6995160" y="395775"/>
                </a:lnTo>
                <a:lnTo>
                  <a:pt x="7014591" y="192326"/>
                </a:lnTo>
                <a:lnTo>
                  <a:pt x="7034022" y="56761"/>
                </a:lnTo>
                <a:lnTo>
                  <a:pt x="7053453" y="1065"/>
                </a:lnTo>
                <a:lnTo>
                  <a:pt x="7072884" y="30163"/>
                </a:lnTo>
                <a:lnTo>
                  <a:pt x="7092315" y="141483"/>
                </a:lnTo>
                <a:lnTo>
                  <a:pt x="7111746" y="325181"/>
                </a:lnTo>
                <a:lnTo>
                  <a:pt x="7131177" y="565016"/>
                </a:lnTo>
                <a:lnTo>
                  <a:pt x="7150608" y="839785"/>
                </a:lnTo>
                <a:lnTo>
                  <a:pt x="7170039" y="1125192"/>
                </a:lnTo>
                <a:lnTo>
                  <a:pt x="7189470" y="1396005"/>
                </a:lnTo>
                <a:lnTo>
                  <a:pt x="7208901" y="1628279"/>
                </a:lnTo>
                <a:lnTo>
                  <a:pt x="7228332" y="1801479"/>
                </a:lnTo>
                <a:lnTo>
                  <a:pt x="7247763" y="1900291"/>
                </a:lnTo>
                <a:lnTo>
                  <a:pt x="7267194" y="1915978"/>
                </a:lnTo>
                <a:lnTo>
                  <a:pt x="7286625" y="1847155"/>
                </a:lnTo>
                <a:lnTo>
                  <a:pt x="7306056" y="1699905"/>
                </a:lnTo>
                <a:lnTo>
                  <a:pt x="7325487" y="1487247"/>
                </a:lnTo>
                <a:lnTo>
                  <a:pt x="7344918" y="1227984"/>
                </a:lnTo>
                <a:lnTo>
                  <a:pt x="7364349" y="945039"/>
                </a:lnTo>
                <a:lnTo>
                  <a:pt x="7383780" y="663426"/>
                </a:lnTo>
                <a:lnTo>
                  <a:pt x="7403211" y="408045"/>
                </a:lnTo>
                <a:lnTo>
                  <a:pt x="7422642" y="201476"/>
                </a:lnTo>
                <a:lnTo>
                  <a:pt x="7442073" y="61981"/>
                </a:lnTo>
                <a:lnTo>
                  <a:pt x="7461504" y="1894"/>
                </a:lnTo>
                <a:lnTo>
                  <a:pt x="7480935" y="26528"/>
                </a:lnTo>
                <a:lnTo>
                  <a:pt x="7500366" y="133704"/>
                </a:lnTo>
                <a:lnTo>
                  <a:pt x="7519797" y="313947"/>
                </a:lnTo>
                <a:lnTo>
                  <a:pt x="7539228" y="551320"/>
                </a:lnTo>
                <a:lnTo>
                  <a:pt x="7558659" y="824837"/>
                </a:lnTo>
                <a:lnTo>
                  <a:pt x="7578090" y="1110315"/>
                </a:lnTo>
                <a:lnTo>
                  <a:pt x="7597521" y="1382514"/>
                </a:lnTo>
                <a:lnTo>
                  <a:pt x="7616952" y="1617367"/>
                </a:lnTo>
                <a:lnTo>
                  <a:pt x="7636383" y="1794110"/>
                </a:lnTo>
                <a:lnTo>
                  <a:pt x="7655814" y="1897117"/>
                </a:lnTo>
                <a:lnTo>
                  <a:pt x="7675245" y="1917280"/>
                </a:lnTo>
                <a:lnTo>
                  <a:pt x="7694676" y="1852816"/>
                </a:lnTo>
                <a:lnTo>
                  <a:pt x="7714107" y="1709426"/>
                </a:lnTo>
                <a:lnTo>
                  <a:pt x="7733538" y="1499787"/>
                </a:lnTo>
                <a:lnTo>
                  <a:pt x="7752969" y="1242433"/>
                </a:lnTo>
                <a:lnTo>
                  <a:pt x="7772400" y="960120"/>
                </a:lnTo>
              </a:path>
            </a:pathLst>
          </a:custGeom>
          <a:noFill/>
          <a:ln w="15875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60" name="TextBox 9"/>
          <p:cNvSpPr/>
          <p:nvPr/>
        </p:nvSpPr>
        <p:spPr>
          <a:xfrm>
            <a:off x="795600" y="2084760"/>
            <a:ext cx="4571640" cy="21698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10" b="1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իրական</a:t>
            </a:r>
            <a:r>
              <a:rPr lang="en-US" sz="1410" b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 </a:t>
            </a:r>
            <a:r>
              <a:rPr lang="en-US" sz="1410" b="1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թրթռումը</a:t>
            </a:r>
            <a:r>
              <a:rPr lang="en-US" sz="1410" b="1" u="none" strike="noStrike" dirty="0">
                <a:solidFill>
                  <a:srgbClr val="0E7C86"/>
                </a:solidFill>
                <a:effectLst/>
                <a:uFillTx/>
                <a:latin typeface="Ghea Grapalat"/>
              </a:rPr>
              <a:t>  ·  19 </a:t>
            </a:r>
            <a:r>
              <a:rPr lang="en-US" sz="1410" b="1" u="none" strike="noStrike" dirty="0" err="1">
                <a:solidFill>
                  <a:srgbClr val="0E7C86"/>
                </a:solidFill>
                <a:effectLst/>
                <a:uFillTx/>
                <a:latin typeface="Ghea Grapalat"/>
              </a:rPr>
              <a:t>պարբերություն</a:t>
            </a:r>
            <a:endParaRPr lang="en-US" sz="141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61" name="Oval 10"/>
          <p:cNvSpPr/>
          <p:nvPr/>
        </p:nvSpPr>
        <p:spPr>
          <a:xfrm>
            <a:off x="745200" y="337860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62" name="Oval 11"/>
          <p:cNvSpPr/>
          <p:nvPr/>
        </p:nvSpPr>
        <p:spPr>
          <a:xfrm>
            <a:off x="1134000" y="367524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63" name="Oval 12"/>
          <p:cNvSpPr/>
          <p:nvPr/>
        </p:nvSpPr>
        <p:spPr>
          <a:xfrm>
            <a:off x="1522440" y="394308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64" name="Oval 13"/>
          <p:cNvSpPr/>
          <p:nvPr/>
        </p:nvSpPr>
        <p:spPr>
          <a:xfrm>
            <a:off x="1911240" y="415548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65" name="Oval 14"/>
          <p:cNvSpPr/>
          <p:nvPr/>
        </p:nvSpPr>
        <p:spPr>
          <a:xfrm>
            <a:off x="2299680" y="429192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66" name="Oval 15"/>
          <p:cNvSpPr/>
          <p:nvPr/>
        </p:nvSpPr>
        <p:spPr>
          <a:xfrm>
            <a:off x="2688480" y="433872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67" name="Oval 16"/>
          <p:cNvSpPr/>
          <p:nvPr/>
        </p:nvSpPr>
        <p:spPr>
          <a:xfrm>
            <a:off x="3076920" y="429192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68" name="Oval 17"/>
          <p:cNvSpPr/>
          <p:nvPr/>
        </p:nvSpPr>
        <p:spPr>
          <a:xfrm>
            <a:off x="3465720" y="415548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69" name="Oval 18"/>
          <p:cNvSpPr/>
          <p:nvPr/>
        </p:nvSpPr>
        <p:spPr>
          <a:xfrm>
            <a:off x="3854160" y="394308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70" name="Oval 19"/>
          <p:cNvSpPr/>
          <p:nvPr/>
        </p:nvSpPr>
        <p:spPr>
          <a:xfrm>
            <a:off x="4242960" y="367524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71" name="Oval 20"/>
          <p:cNvSpPr/>
          <p:nvPr/>
        </p:nvSpPr>
        <p:spPr>
          <a:xfrm>
            <a:off x="4631400" y="337860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72" name="Oval 21"/>
          <p:cNvSpPr/>
          <p:nvPr/>
        </p:nvSpPr>
        <p:spPr>
          <a:xfrm>
            <a:off x="5020200" y="308196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73" name="Oval 22"/>
          <p:cNvSpPr/>
          <p:nvPr/>
        </p:nvSpPr>
        <p:spPr>
          <a:xfrm>
            <a:off x="5408640" y="281448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74" name="Oval 23"/>
          <p:cNvSpPr/>
          <p:nvPr/>
        </p:nvSpPr>
        <p:spPr>
          <a:xfrm>
            <a:off x="5797440" y="260208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75" name="Oval 24"/>
          <p:cNvSpPr/>
          <p:nvPr/>
        </p:nvSpPr>
        <p:spPr>
          <a:xfrm>
            <a:off x="6185880" y="246564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76" name="Oval 25"/>
          <p:cNvSpPr/>
          <p:nvPr/>
        </p:nvSpPr>
        <p:spPr>
          <a:xfrm>
            <a:off x="6574680" y="241848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77" name="Oval 26"/>
          <p:cNvSpPr/>
          <p:nvPr/>
        </p:nvSpPr>
        <p:spPr>
          <a:xfrm>
            <a:off x="6963120" y="246564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78" name="Oval 27"/>
          <p:cNvSpPr/>
          <p:nvPr/>
        </p:nvSpPr>
        <p:spPr>
          <a:xfrm>
            <a:off x="7351920" y="260208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79" name="Oval 28"/>
          <p:cNvSpPr/>
          <p:nvPr/>
        </p:nvSpPr>
        <p:spPr>
          <a:xfrm>
            <a:off x="7740360" y="281448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80" name="Oval 29"/>
          <p:cNvSpPr/>
          <p:nvPr/>
        </p:nvSpPr>
        <p:spPr>
          <a:xfrm>
            <a:off x="8129160" y="308196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81" name="Oval 30"/>
          <p:cNvSpPr/>
          <p:nvPr/>
        </p:nvSpPr>
        <p:spPr>
          <a:xfrm>
            <a:off x="8517600" y="3378600"/>
            <a:ext cx="100080" cy="10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6280" rIns="90000" bIns="262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82" name="Freeform 31"/>
          <p:cNvSpPr/>
          <p:nvPr/>
        </p:nvSpPr>
        <p:spPr>
          <a:xfrm>
            <a:off x="795600" y="2468880"/>
            <a:ext cx="7772040" cy="1919880"/>
          </a:xfrm>
          <a:custGeom>
            <a:avLst/>
            <a:gdLst>
              <a:gd name="textAreaLeft" fmla="*/ 0 w 7772040"/>
              <a:gd name="textAreaRight" fmla="*/ 7772400 w 7772040"/>
              <a:gd name="textAreaTop" fmla="*/ 0 h 1919880"/>
              <a:gd name="textAreaBottom" fmla="*/ 1920240 h 1919880"/>
            </a:gdLst>
            <a:ahLst/>
            <a:cxnLst/>
            <a:rect l="textAreaLeft" t="textAreaTop" r="textAreaRight" b="textAreaBottom"/>
            <a:pathLst>
              <a:path w="7772400" h="1920240">
                <a:moveTo>
                  <a:pt x="0" y="960120"/>
                </a:moveTo>
                <a:lnTo>
                  <a:pt x="19431" y="975200"/>
                </a:lnTo>
                <a:lnTo>
                  <a:pt x="38862" y="990278"/>
                </a:lnTo>
                <a:lnTo>
                  <a:pt x="58293" y="1005347"/>
                </a:lnTo>
                <a:lnTo>
                  <a:pt x="77724" y="1020406"/>
                </a:lnTo>
                <a:lnTo>
                  <a:pt x="97155" y="1035450"/>
                </a:lnTo>
                <a:lnTo>
                  <a:pt x="116586" y="1050475"/>
                </a:lnTo>
                <a:lnTo>
                  <a:pt x="136017" y="1065478"/>
                </a:lnTo>
                <a:lnTo>
                  <a:pt x="155448" y="1080454"/>
                </a:lnTo>
                <a:lnTo>
                  <a:pt x="174879" y="1095402"/>
                </a:lnTo>
                <a:lnTo>
                  <a:pt x="194310" y="1110315"/>
                </a:lnTo>
                <a:lnTo>
                  <a:pt x="213741" y="1125192"/>
                </a:lnTo>
                <a:lnTo>
                  <a:pt x="233172" y="1140028"/>
                </a:lnTo>
                <a:lnTo>
                  <a:pt x="252603" y="1154820"/>
                </a:lnTo>
                <a:lnTo>
                  <a:pt x="272034" y="1169563"/>
                </a:lnTo>
                <a:lnTo>
                  <a:pt x="291465" y="1184255"/>
                </a:lnTo>
                <a:lnTo>
                  <a:pt x="310896" y="1198892"/>
                </a:lnTo>
                <a:lnTo>
                  <a:pt x="330327" y="1213469"/>
                </a:lnTo>
                <a:lnTo>
                  <a:pt x="349758" y="1227984"/>
                </a:lnTo>
                <a:lnTo>
                  <a:pt x="369189" y="1242433"/>
                </a:lnTo>
                <a:lnTo>
                  <a:pt x="388620" y="1256813"/>
                </a:lnTo>
                <a:lnTo>
                  <a:pt x="408051" y="1271119"/>
                </a:lnTo>
                <a:lnTo>
                  <a:pt x="427482" y="1285349"/>
                </a:lnTo>
                <a:lnTo>
                  <a:pt x="446913" y="1299498"/>
                </a:lnTo>
                <a:lnTo>
                  <a:pt x="466344" y="1313563"/>
                </a:lnTo>
                <a:lnTo>
                  <a:pt x="485775" y="1327542"/>
                </a:lnTo>
                <a:lnTo>
                  <a:pt x="505206" y="1341429"/>
                </a:lnTo>
                <a:lnTo>
                  <a:pt x="524637" y="1355223"/>
                </a:lnTo>
                <a:lnTo>
                  <a:pt x="544068" y="1368919"/>
                </a:lnTo>
                <a:lnTo>
                  <a:pt x="563499" y="1382514"/>
                </a:lnTo>
                <a:lnTo>
                  <a:pt x="582930" y="1396005"/>
                </a:lnTo>
                <a:lnTo>
                  <a:pt x="602361" y="1409388"/>
                </a:lnTo>
                <a:lnTo>
                  <a:pt x="621792" y="1422661"/>
                </a:lnTo>
                <a:lnTo>
                  <a:pt x="641223" y="1435819"/>
                </a:lnTo>
                <a:lnTo>
                  <a:pt x="660654" y="1448860"/>
                </a:lnTo>
                <a:lnTo>
                  <a:pt x="680085" y="1461781"/>
                </a:lnTo>
                <a:lnTo>
                  <a:pt x="699516" y="1474578"/>
                </a:lnTo>
                <a:lnTo>
                  <a:pt x="718947" y="1487247"/>
                </a:lnTo>
                <a:lnTo>
                  <a:pt x="738378" y="1499787"/>
                </a:lnTo>
                <a:lnTo>
                  <a:pt x="757809" y="1512194"/>
                </a:lnTo>
                <a:lnTo>
                  <a:pt x="777240" y="1524464"/>
                </a:lnTo>
                <a:lnTo>
                  <a:pt x="796671" y="1536595"/>
                </a:lnTo>
                <a:lnTo>
                  <a:pt x="816102" y="1548584"/>
                </a:lnTo>
                <a:lnTo>
                  <a:pt x="835533" y="1560427"/>
                </a:lnTo>
                <a:lnTo>
                  <a:pt x="854964" y="1572123"/>
                </a:lnTo>
                <a:lnTo>
                  <a:pt x="874395" y="1583668"/>
                </a:lnTo>
                <a:lnTo>
                  <a:pt x="893826" y="1595058"/>
                </a:lnTo>
                <a:lnTo>
                  <a:pt x="913257" y="1606292"/>
                </a:lnTo>
                <a:lnTo>
                  <a:pt x="932688" y="1617367"/>
                </a:lnTo>
                <a:lnTo>
                  <a:pt x="952119" y="1628279"/>
                </a:lnTo>
                <a:lnTo>
                  <a:pt x="971550" y="1639027"/>
                </a:lnTo>
                <a:lnTo>
                  <a:pt x="990981" y="1649607"/>
                </a:lnTo>
                <a:lnTo>
                  <a:pt x="1010412" y="1660017"/>
                </a:lnTo>
                <a:lnTo>
                  <a:pt x="1029843" y="1670254"/>
                </a:lnTo>
                <a:lnTo>
                  <a:pt x="1049274" y="1680316"/>
                </a:lnTo>
                <a:lnTo>
                  <a:pt x="1068705" y="1690200"/>
                </a:lnTo>
                <a:lnTo>
                  <a:pt x="1088136" y="1699905"/>
                </a:lnTo>
                <a:lnTo>
                  <a:pt x="1107567" y="1709426"/>
                </a:lnTo>
                <a:lnTo>
                  <a:pt x="1126998" y="1718763"/>
                </a:lnTo>
                <a:lnTo>
                  <a:pt x="1146429" y="1727913"/>
                </a:lnTo>
                <a:lnTo>
                  <a:pt x="1165860" y="1736873"/>
                </a:lnTo>
                <a:lnTo>
                  <a:pt x="1185291" y="1745641"/>
                </a:lnTo>
                <a:lnTo>
                  <a:pt x="1204722" y="1754216"/>
                </a:lnTo>
                <a:lnTo>
                  <a:pt x="1224153" y="1762595"/>
                </a:lnTo>
                <a:lnTo>
                  <a:pt x="1243584" y="1770776"/>
                </a:lnTo>
                <a:lnTo>
                  <a:pt x="1263015" y="1778756"/>
                </a:lnTo>
                <a:lnTo>
                  <a:pt x="1282446" y="1786535"/>
                </a:lnTo>
                <a:lnTo>
                  <a:pt x="1301877" y="1794110"/>
                </a:lnTo>
                <a:lnTo>
                  <a:pt x="1321308" y="1801479"/>
                </a:lnTo>
                <a:lnTo>
                  <a:pt x="1340739" y="1808641"/>
                </a:lnTo>
                <a:lnTo>
                  <a:pt x="1360170" y="1815593"/>
                </a:lnTo>
                <a:lnTo>
                  <a:pt x="1379601" y="1822334"/>
                </a:lnTo>
                <a:lnTo>
                  <a:pt x="1399032" y="1828862"/>
                </a:lnTo>
                <a:lnTo>
                  <a:pt x="1418463" y="1835176"/>
                </a:lnTo>
                <a:lnTo>
                  <a:pt x="1437894" y="1841274"/>
                </a:lnTo>
                <a:lnTo>
                  <a:pt x="1457325" y="1847155"/>
                </a:lnTo>
                <a:lnTo>
                  <a:pt x="1476756" y="1852816"/>
                </a:lnTo>
                <a:lnTo>
                  <a:pt x="1496187" y="1858258"/>
                </a:lnTo>
                <a:lnTo>
                  <a:pt x="1515618" y="1863478"/>
                </a:lnTo>
                <a:lnTo>
                  <a:pt x="1535049" y="1868475"/>
                </a:lnTo>
                <a:lnTo>
                  <a:pt x="1554480" y="1873248"/>
                </a:lnTo>
                <a:lnTo>
                  <a:pt x="1573911" y="1877795"/>
                </a:lnTo>
                <a:lnTo>
                  <a:pt x="1593342" y="1882117"/>
                </a:lnTo>
                <a:lnTo>
                  <a:pt x="1612773" y="1886210"/>
                </a:lnTo>
                <a:lnTo>
                  <a:pt x="1632204" y="1890076"/>
                </a:lnTo>
                <a:lnTo>
                  <a:pt x="1651635" y="1893711"/>
                </a:lnTo>
                <a:lnTo>
                  <a:pt x="1671066" y="1897117"/>
                </a:lnTo>
                <a:lnTo>
                  <a:pt x="1690497" y="1900291"/>
                </a:lnTo>
                <a:lnTo>
                  <a:pt x="1709928" y="1903233"/>
                </a:lnTo>
                <a:lnTo>
                  <a:pt x="1729359" y="1905943"/>
                </a:lnTo>
                <a:lnTo>
                  <a:pt x="1748790" y="1908419"/>
                </a:lnTo>
                <a:lnTo>
                  <a:pt x="1768221" y="1910661"/>
                </a:lnTo>
                <a:lnTo>
                  <a:pt x="1787652" y="1912669"/>
                </a:lnTo>
                <a:lnTo>
                  <a:pt x="1807083" y="1914441"/>
                </a:lnTo>
                <a:lnTo>
                  <a:pt x="1826514" y="1915978"/>
                </a:lnTo>
                <a:lnTo>
                  <a:pt x="1845945" y="1917280"/>
                </a:lnTo>
                <a:lnTo>
                  <a:pt x="1865376" y="1918345"/>
                </a:lnTo>
                <a:lnTo>
                  <a:pt x="1884807" y="1919174"/>
                </a:lnTo>
                <a:lnTo>
                  <a:pt x="1904238" y="1919766"/>
                </a:lnTo>
                <a:lnTo>
                  <a:pt x="1923669" y="1920121"/>
                </a:lnTo>
                <a:lnTo>
                  <a:pt x="1943100" y="1920240"/>
                </a:lnTo>
                <a:lnTo>
                  <a:pt x="1962531" y="1920121"/>
                </a:lnTo>
                <a:lnTo>
                  <a:pt x="1981962" y="1919766"/>
                </a:lnTo>
                <a:lnTo>
                  <a:pt x="2001393" y="1919174"/>
                </a:lnTo>
                <a:lnTo>
                  <a:pt x="2020824" y="1918345"/>
                </a:lnTo>
                <a:lnTo>
                  <a:pt x="2040255" y="1917280"/>
                </a:lnTo>
                <a:lnTo>
                  <a:pt x="2059686" y="1915978"/>
                </a:lnTo>
                <a:lnTo>
                  <a:pt x="2079117" y="1914441"/>
                </a:lnTo>
                <a:lnTo>
                  <a:pt x="2098548" y="1912669"/>
                </a:lnTo>
                <a:lnTo>
                  <a:pt x="2117979" y="1910661"/>
                </a:lnTo>
                <a:lnTo>
                  <a:pt x="2137410" y="1908419"/>
                </a:lnTo>
                <a:lnTo>
                  <a:pt x="2156841" y="1905943"/>
                </a:lnTo>
                <a:lnTo>
                  <a:pt x="2176272" y="1903233"/>
                </a:lnTo>
                <a:lnTo>
                  <a:pt x="2195703" y="1900291"/>
                </a:lnTo>
                <a:lnTo>
                  <a:pt x="2215134" y="1897117"/>
                </a:lnTo>
                <a:lnTo>
                  <a:pt x="2234565" y="1893711"/>
                </a:lnTo>
                <a:lnTo>
                  <a:pt x="2253996" y="1890076"/>
                </a:lnTo>
                <a:lnTo>
                  <a:pt x="2273427" y="1886210"/>
                </a:lnTo>
                <a:lnTo>
                  <a:pt x="2292858" y="1882117"/>
                </a:lnTo>
                <a:lnTo>
                  <a:pt x="2312289" y="1877795"/>
                </a:lnTo>
                <a:lnTo>
                  <a:pt x="2331720" y="1873248"/>
                </a:lnTo>
                <a:lnTo>
                  <a:pt x="2351151" y="1868475"/>
                </a:lnTo>
                <a:lnTo>
                  <a:pt x="2370582" y="1863478"/>
                </a:lnTo>
                <a:lnTo>
                  <a:pt x="2390013" y="1858258"/>
                </a:lnTo>
                <a:lnTo>
                  <a:pt x="2409444" y="1852816"/>
                </a:lnTo>
                <a:lnTo>
                  <a:pt x="2428875" y="1847155"/>
                </a:lnTo>
                <a:lnTo>
                  <a:pt x="2448306" y="1841274"/>
                </a:lnTo>
                <a:lnTo>
                  <a:pt x="2467737" y="1835176"/>
                </a:lnTo>
                <a:lnTo>
                  <a:pt x="2487168" y="1828862"/>
                </a:lnTo>
                <a:lnTo>
                  <a:pt x="2506599" y="1822334"/>
                </a:lnTo>
                <a:lnTo>
                  <a:pt x="2526030" y="1815593"/>
                </a:lnTo>
                <a:lnTo>
                  <a:pt x="2545461" y="1808641"/>
                </a:lnTo>
                <a:lnTo>
                  <a:pt x="2564892" y="1801479"/>
                </a:lnTo>
                <a:lnTo>
                  <a:pt x="2584323" y="1794110"/>
                </a:lnTo>
                <a:lnTo>
                  <a:pt x="2603754" y="1786535"/>
                </a:lnTo>
                <a:lnTo>
                  <a:pt x="2623185" y="1778756"/>
                </a:lnTo>
                <a:lnTo>
                  <a:pt x="2642616" y="1770776"/>
                </a:lnTo>
                <a:lnTo>
                  <a:pt x="2662047" y="1762595"/>
                </a:lnTo>
                <a:lnTo>
                  <a:pt x="2681478" y="1754216"/>
                </a:lnTo>
                <a:lnTo>
                  <a:pt x="2700909" y="1745641"/>
                </a:lnTo>
                <a:lnTo>
                  <a:pt x="2720340" y="1736873"/>
                </a:lnTo>
                <a:lnTo>
                  <a:pt x="2739771" y="1727913"/>
                </a:lnTo>
                <a:lnTo>
                  <a:pt x="2759202" y="1718763"/>
                </a:lnTo>
                <a:lnTo>
                  <a:pt x="2778633" y="1709426"/>
                </a:lnTo>
                <a:lnTo>
                  <a:pt x="2798064" y="1699905"/>
                </a:lnTo>
                <a:lnTo>
                  <a:pt x="2817495" y="1690200"/>
                </a:lnTo>
                <a:lnTo>
                  <a:pt x="2836926" y="1680316"/>
                </a:lnTo>
                <a:lnTo>
                  <a:pt x="2856357" y="1670254"/>
                </a:lnTo>
                <a:lnTo>
                  <a:pt x="2875788" y="1660017"/>
                </a:lnTo>
                <a:lnTo>
                  <a:pt x="2895219" y="1649607"/>
                </a:lnTo>
                <a:lnTo>
                  <a:pt x="2914650" y="1639027"/>
                </a:lnTo>
                <a:lnTo>
                  <a:pt x="2934081" y="1628279"/>
                </a:lnTo>
                <a:lnTo>
                  <a:pt x="2953512" y="1617367"/>
                </a:lnTo>
                <a:lnTo>
                  <a:pt x="2972943" y="1606292"/>
                </a:lnTo>
                <a:lnTo>
                  <a:pt x="2992374" y="1595058"/>
                </a:lnTo>
                <a:lnTo>
                  <a:pt x="3011805" y="1583668"/>
                </a:lnTo>
                <a:lnTo>
                  <a:pt x="3031236" y="1572123"/>
                </a:lnTo>
                <a:lnTo>
                  <a:pt x="3050667" y="1560427"/>
                </a:lnTo>
                <a:lnTo>
                  <a:pt x="3070098" y="1548584"/>
                </a:lnTo>
                <a:lnTo>
                  <a:pt x="3089529" y="1536595"/>
                </a:lnTo>
                <a:lnTo>
                  <a:pt x="3108960" y="1524464"/>
                </a:lnTo>
                <a:lnTo>
                  <a:pt x="3128391" y="1512194"/>
                </a:lnTo>
                <a:lnTo>
                  <a:pt x="3147822" y="1499787"/>
                </a:lnTo>
                <a:lnTo>
                  <a:pt x="3167253" y="1487247"/>
                </a:lnTo>
                <a:lnTo>
                  <a:pt x="3186684" y="1474578"/>
                </a:lnTo>
                <a:lnTo>
                  <a:pt x="3206115" y="1461781"/>
                </a:lnTo>
                <a:lnTo>
                  <a:pt x="3225546" y="1448860"/>
                </a:lnTo>
                <a:lnTo>
                  <a:pt x="3244977" y="1435819"/>
                </a:lnTo>
                <a:lnTo>
                  <a:pt x="3264408" y="1422661"/>
                </a:lnTo>
                <a:lnTo>
                  <a:pt x="3283839" y="1409388"/>
                </a:lnTo>
                <a:lnTo>
                  <a:pt x="3303270" y="1396005"/>
                </a:lnTo>
                <a:lnTo>
                  <a:pt x="3322701" y="1382514"/>
                </a:lnTo>
                <a:lnTo>
                  <a:pt x="3342132" y="1368919"/>
                </a:lnTo>
                <a:lnTo>
                  <a:pt x="3361563" y="1355223"/>
                </a:lnTo>
                <a:lnTo>
                  <a:pt x="3380994" y="1341429"/>
                </a:lnTo>
                <a:lnTo>
                  <a:pt x="3400425" y="1327542"/>
                </a:lnTo>
                <a:lnTo>
                  <a:pt x="3419856" y="1313563"/>
                </a:lnTo>
                <a:lnTo>
                  <a:pt x="3439287" y="1299498"/>
                </a:lnTo>
                <a:lnTo>
                  <a:pt x="3458718" y="1285349"/>
                </a:lnTo>
                <a:lnTo>
                  <a:pt x="3478149" y="1271119"/>
                </a:lnTo>
                <a:lnTo>
                  <a:pt x="3497580" y="1256813"/>
                </a:lnTo>
                <a:lnTo>
                  <a:pt x="3517011" y="1242433"/>
                </a:lnTo>
                <a:lnTo>
                  <a:pt x="3536442" y="1227984"/>
                </a:lnTo>
                <a:lnTo>
                  <a:pt x="3555873" y="1213469"/>
                </a:lnTo>
                <a:lnTo>
                  <a:pt x="3575304" y="1198892"/>
                </a:lnTo>
                <a:lnTo>
                  <a:pt x="3594735" y="1184255"/>
                </a:lnTo>
                <a:lnTo>
                  <a:pt x="3614166" y="1169563"/>
                </a:lnTo>
                <a:lnTo>
                  <a:pt x="3633597" y="1154820"/>
                </a:lnTo>
                <a:lnTo>
                  <a:pt x="3653028" y="1140028"/>
                </a:lnTo>
                <a:lnTo>
                  <a:pt x="3672459" y="1125192"/>
                </a:lnTo>
                <a:lnTo>
                  <a:pt x="3691890" y="1110315"/>
                </a:lnTo>
                <a:lnTo>
                  <a:pt x="3711321" y="1095402"/>
                </a:lnTo>
                <a:lnTo>
                  <a:pt x="3730752" y="1080454"/>
                </a:lnTo>
                <a:lnTo>
                  <a:pt x="3750183" y="1065478"/>
                </a:lnTo>
                <a:lnTo>
                  <a:pt x="3769614" y="1050475"/>
                </a:lnTo>
                <a:lnTo>
                  <a:pt x="3789045" y="1035450"/>
                </a:lnTo>
                <a:lnTo>
                  <a:pt x="3808476" y="1020406"/>
                </a:lnTo>
                <a:lnTo>
                  <a:pt x="3827907" y="1005347"/>
                </a:lnTo>
                <a:lnTo>
                  <a:pt x="3847338" y="990278"/>
                </a:lnTo>
                <a:lnTo>
                  <a:pt x="3866769" y="975200"/>
                </a:lnTo>
                <a:lnTo>
                  <a:pt x="3886200" y="960120"/>
                </a:lnTo>
                <a:lnTo>
                  <a:pt x="3905631" y="945039"/>
                </a:lnTo>
                <a:lnTo>
                  <a:pt x="3925062" y="929961"/>
                </a:lnTo>
                <a:lnTo>
                  <a:pt x="3944493" y="914892"/>
                </a:lnTo>
                <a:lnTo>
                  <a:pt x="3963924" y="899833"/>
                </a:lnTo>
                <a:lnTo>
                  <a:pt x="3983355" y="884789"/>
                </a:lnTo>
                <a:lnTo>
                  <a:pt x="4002786" y="869764"/>
                </a:lnTo>
                <a:lnTo>
                  <a:pt x="4022217" y="854761"/>
                </a:lnTo>
                <a:lnTo>
                  <a:pt x="4041648" y="839785"/>
                </a:lnTo>
                <a:lnTo>
                  <a:pt x="4061079" y="824837"/>
                </a:lnTo>
                <a:lnTo>
                  <a:pt x="4080510" y="809924"/>
                </a:lnTo>
                <a:lnTo>
                  <a:pt x="4099941" y="795047"/>
                </a:lnTo>
                <a:lnTo>
                  <a:pt x="4119372" y="780211"/>
                </a:lnTo>
                <a:lnTo>
                  <a:pt x="4138803" y="765419"/>
                </a:lnTo>
                <a:lnTo>
                  <a:pt x="4158234" y="750676"/>
                </a:lnTo>
                <a:lnTo>
                  <a:pt x="4177665" y="735984"/>
                </a:lnTo>
                <a:lnTo>
                  <a:pt x="4197096" y="721347"/>
                </a:lnTo>
                <a:lnTo>
                  <a:pt x="4216527" y="706770"/>
                </a:lnTo>
                <a:lnTo>
                  <a:pt x="4235958" y="692255"/>
                </a:lnTo>
                <a:lnTo>
                  <a:pt x="4255389" y="677806"/>
                </a:lnTo>
                <a:lnTo>
                  <a:pt x="4274820" y="663426"/>
                </a:lnTo>
                <a:lnTo>
                  <a:pt x="4294251" y="649120"/>
                </a:lnTo>
                <a:lnTo>
                  <a:pt x="4313682" y="634890"/>
                </a:lnTo>
                <a:lnTo>
                  <a:pt x="4333113" y="620741"/>
                </a:lnTo>
                <a:lnTo>
                  <a:pt x="4352544" y="606676"/>
                </a:lnTo>
                <a:lnTo>
                  <a:pt x="4371975" y="592697"/>
                </a:lnTo>
                <a:lnTo>
                  <a:pt x="4391406" y="578810"/>
                </a:lnTo>
                <a:lnTo>
                  <a:pt x="4410837" y="565016"/>
                </a:lnTo>
                <a:lnTo>
                  <a:pt x="4430268" y="551320"/>
                </a:lnTo>
                <a:lnTo>
                  <a:pt x="4449699" y="537725"/>
                </a:lnTo>
                <a:lnTo>
                  <a:pt x="4469130" y="524234"/>
                </a:lnTo>
                <a:lnTo>
                  <a:pt x="4488561" y="510851"/>
                </a:lnTo>
                <a:lnTo>
                  <a:pt x="4507992" y="497578"/>
                </a:lnTo>
                <a:lnTo>
                  <a:pt x="4527423" y="484420"/>
                </a:lnTo>
                <a:lnTo>
                  <a:pt x="4546854" y="471379"/>
                </a:lnTo>
                <a:lnTo>
                  <a:pt x="4566285" y="458458"/>
                </a:lnTo>
                <a:lnTo>
                  <a:pt x="4585716" y="445661"/>
                </a:lnTo>
                <a:lnTo>
                  <a:pt x="4605147" y="432992"/>
                </a:lnTo>
                <a:lnTo>
                  <a:pt x="4624578" y="420452"/>
                </a:lnTo>
                <a:lnTo>
                  <a:pt x="4644009" y="408045"/>
                </a:lnTo>
                <a:lnTo>
                  <a:pt x="4663440" y="395775"/>
                </a:lnTo>
                <a:lnTo>
                  <a:pt x="4682871" y="383644"/>
                </a:lnTo>
                <a:lnTo>
                  <a:pt x="4702302" y="371655"/>
                </a:lnTo>
                <a:lnTo>
                  <a:pt x="4721733" y="359812"/>
                </a:lnTo>
                <a:lnTo>
                  <a:pt x="4741164" y="348116"/>
                </a:lnTo>
                <a:lnTo>
                  <a:pt x="4760595" y="336571"/>
                </a:lnTo>
                <a:lnTo>
                  <a:pt x="4780026" y="325181"/>
                </a:lnTo>
                <a:lnTo>
                  <a:pt x="4799457" y="313947"/>
                </a:lnTo>
                <a:lnTo>
                  <a:pt x="4818888" y="302872"/>
                </a:lnTo>
                <a:lnTo>
                  <a:pt x="4838319" y="291960"/>
                </a:lnTo>
                <a:lnTo>
                  <a:pt x="4857750" y="281212"/>
                </a:lnTo>
                <a:lnTo>
                  <a:pt x="4877181" y="270632"/>
                </a:lnTo>
                <a:lnTo>
                  <a:pt x="4896612" y="260222"/>
                </a:lnTo>
                <a:lnTo>
                  <a:pt x="4916043" y="249985"/>
                </a:lnTo>
                <a:lnTo>
                  <a:pt x="4935474" y="239923"/>
                </a:lnTo>
                <a:lnTo>
                  <a:pt x="4954905" y="230039"/>
                </a:lnTo>
                <a:lnTo>
                  <a:pt x="4974336" y="220334"/>
                </a:lnTo>
                <a:lnTo>
                  <a:pt x="4993767" y="210813"/>
                </a:lnTo>
                <a:lnTo>
                  <a:pt x="5013198" y="201476"/>
                </a:lnTo>
                <a:lnTo>
                  <a:pt x="5032629" y="192326"/>
                </a:lnTo>
                <a:lnTo>
                  <a:pt x="5052060" y="183366"/>
                </a:lnTo>
                <a:lnTo>
                  <a:pt x="5071491" y="174598"/>
                </a:lnTo>
                <a:lnTo>
                  <a:pt x="5090922" y="166023"/>
                </a:lnTo>
                <a:lnTo>
                  <a:pt x="5110353" y="157644"/>
                </a:lnTo>
                <a:lnTo>
                  <a:pt x="5129784" y="149463"/>
                </a:lnTo>
                <a:lnTo>
                  <a:pt x="5149215" y="141483"/>
                </a:lnTo>
                <a:lnTo>
                  <a:pt x="5168646" y="133704"/>
                </a:lnTo>
                <a:lnTo>
                  <a:pt x="5188077" y="126129"/>
                </a:lnTo>
                <a:lnTo>
                  <a:pt x="5207508" y="118760"/>
                </a:lnTo>
                <a:lnTo>
                  <a:pt x="5226939" y="111598"/>
                </a:lnTo>
                <a:lnTo>
                  <a:pt x="5246370" y="104646"/>
                </a:lnTo>
                <a:lnTo>
                  <a:pt x="5265801" y="97905"/>
                </a:lnTo>
                <a:lnTo>
                  <a:pt x="5285232" y="91377"/>
                </a:lnTo>
                <a:lnTo>
                  <a:pt x="5304663" y="85063"/>
                </a:lnTo>
                <a:lnTo>
                  <a:pt x="5324094" y="78965"/>
                </a:lnTo>
                <a:lnTo>
                  <a:pt x="5343525" y="73084"/>
                </a:lnTo>
                <a:lnTo>
                  <a:pt x="5362956" y="67423"/>
                </a:lnTo>
                <a:lnTo>
                  <a:pt x="5382387" y="61981"/>
                </a:lnTo>
                <a:lnTo>
                  <a:pt x="5401818" y="56761"/>
                </a:lnTo>
                <a:lnTo>
                  <a:pt x="5421249" y="51764"/>
                </a:lnTo>
                <a:lnTo>
                  <a:pt x="5440680" y="46991"/>
                </a:lnTo>
                <a:lnTo>
                  <a:pt x="5460111" y="42444"/>
                </a:lnTo>
                <a:lnTo>
                  <a:pt x="5479542" y="38122"/>
                </a:lnTo>
                <a:lnTo>
                  <a:pt x="5498973" y="34029"/>
                </a:lnTo>
                <a:lnTo>
                  <a:pt x="5518404" y="30163"/>
                </a:lnTo>
                <a:lnTo>
                  <a:pt x="5537835" y="26528"/>
                </a:lnTo>
                <a:lnTo>
                  <a:pt x="5557266" y="23122"/>
                </a:lnTo>
                <a:lnTo>
                  <a:pt x="5576697" y="19948"/>
                </a:lnTo>
                <a:lnTo>
                  <a:pt x="5596128" y="17006"/>
                </a:lnTo>
                <a:lnTo>
                  <a:pt x="5615559" y="14296"/>
                </a:lnTo>
                <a:lnTo>
                  <a:pt x="5634990" y="11820"/>
                </a:lnTo>
                <a:lnTo>
                  <a:pt x="5654421" y="9578"/>
                </a:lnTo>
                <a:lnTo>
                  <a:pt x="5673852" y="7570"/>
                </a:lnTo>
                <a:lnTo>
                  <a:pt x="5693283" y="5798"/>
                </a:lnTo>
                <a:lnTo>
                  <a:pt x="5712714" y="4261"/>
                </a:lnTo>
                <a:lnTo>
                  <a:pt x="5732145" y="2959"/>
                </a:lnTo>
                <a:lnTo>
                  <a:pt x="5751576" y="1894"/>
                </a:lnTo>
                <a:lnTo>
                  <a:pt x="5771007" y="1065"/>
                </a:lnTo>
                <a:lnTo>
                  <a:pt x="5790438" y="473"/>
                </a:lnTo>
                <a:lnTo>
                  <a:pt x="5809869" y="118"/>
                </a:lnTo>
                <a:lnTo>
                  <a:pt x="5829300" y="0"/>
                </a:lnTo>
                <a:lnTo>
                  <a:pt x="5848731" y="118"/>
                </a:lnTo>
                <a:lnTo>
                  <a:pt x="5868162" y="473"/>
                </a:lnTo>
                <a:lnTo>
                  <a:pt x="5887593" y="1065"/>
                </a:lnTo>
                <a:lnTo>
                  <a:pt x="5907024" y="1894"/>
                </a:lnTo>
                <a:lnTo>
                  <a:pt x="5926455" y="2959"/>
                </a:lnTo>
                <a:lnTo>
                  <a:pt x="5945886" y="4261"/>
                </a:lnTo>
                <a:lnTo>
                  <a:pt x="5965317" y="5798"/>
                </a:lnTo>
                <a:lnTo>
                  <a:pt x="5984748" y="7570"/>
                </a:lnTo>
                <a:lnTo>
                  <a:pt x="6004179" y="9578"/>
                </a:lnTo>
                <a:lnTo>
                  <a:pt x="6023610" y="11820"/>
                </a:lnTo>
                <a:lnTo>
                  <a:pt x="6043041" y="14296"/>
                </a:lnTo>
                <a:lnTo>
                  <a:pt x="6062472" y="17006"/>
                </a:lnTo>
                <a:lnTo>
                  <a:pt x="6081903" y="19948"/>
                </a:lnTo>
                <a:lnTo>
                  <a:pt x="6101334" y="23122"/>
                </a:lnTo>
                <a:lnTo>
                  <a:pt x="6120765" y="26528"/>
                </a:lnTo>
                <a:lnTo>
                  <a:pt x="6140196" y="30163"/>
                </a:lnTo>
                <a:lnTo>
                  <a:pt x="6159627" y="34029"/>
                </a:lnTo>
                <a:lnTo>
                  <a:pt x="6179058" y="38122"/>
                </a:lnTo>
                <a:lnTo>
                  <a:pt x="6198489" y="42444"/>
                </a:lnTo>
                <a:lnTo>
                  <a:pt x="6217920" y="46991"/>
                </a:lnTo>
                <a:lnTo>
                  <a:pt x="6237351" y="51764"/>
                </a:lnTo>
                <a:lnTo>
                  <a:pt x="6256782" y="56761"/>
                </a:lnTo>
                <a:lnTo>
                  <a:pt x="6276213" y="61981"/>
                </a:lnTo>
                <a:lnTo>
                  <a:pt x="6295644" y="67423"/>
                </a:lnTo>
                <a:lnTo>
                  <a:pt x="6315075" y="73084"/>
                </a:lnTo>
                <a:lnTo>
                  <a:pt x="6334506" y="78965"/>
                </a:lnTo>
                <a:lnTo>
                  <a:pt x="6353937" y="85063"/>
                </a:lnTo>
                <a:lnTo>
                  <a:pt x="6373368" y="91377"/>
                </a:lnTo>
                <a:lnTo>
                  <a:pt x="6392799" y="97905"/>
                </a:lnTo>
                <a:lnTo>
                  <a:pt x="6412230" y="104646"/>
                </a:lnTo>
                <a:lnTo>
                  <a:pt x="6431661" y="111598"/>
                </a:lnTo>
                <a:lnTo>
                  <a:pt x="6451092" y="118760"/>
                </a:lnTo>
                <a:lnTo>
                  <a:pt x="6470523" y="126129"/>
                </a:lnTo>
                <a:lnTo>
                  <a:pt x="6489954" y="133704"/>
                </a:lnTo>
                <a:lnTo>
                  <a:pt x="6509385" y="141483"/>
                </a:lnTo>
                <a:lnTo>
                  <a:pt x="6528816" y="149463"/>
                </a:lnTo>
                <a:lnTo>
                  <a:pt x="6548247" y="157644"/>
                </a:lnTo>
                <a:lnTo>
                  <a:pt x="6567678" y="166023"/>
                </a:lnTo>
                <a:lnTo>
                  <a:pt x="6587109" y="174598"/>
                </a:lnTo>
                <a:lnTo>
                  <a:pt x="6606540" y="183366"/>
                </a:lnTo>
                <a:lnTo>
                  <a:pt x="6625971" y="192326"/>
                </a:lnTo>
                <a:lnTo>
                  <a:pt x="6645402" y="201476"/>
                </a:lnTo>
                <a:lnTo>
                  <a:pt x="6664833" y="210813"/>
                </a:lnTo>
                <a:lnTo>
                  <a:pt x="6684264" y="220334"/>
                </a:lnTo>
                <a:lnTo>
                  <a:pt x="6703695" y="230039"/>
                </a:lnTo>
                <a:lnTo>
                  <a:pt x="6723126" y="239923"/>
                </a:lnTo>
                <a:lnTo>
                  <a:pt x="6742557" y="249985"/>
                </a:lnTo>
                <a:lnTo>
                  <a:pt x="6761988" y="260222"/>
                </a:lnTo>
                <a:lnTo>
                  <a:pt x="6781419" y="270632"/>
                </a:lnTo>
                <a:lnTo>
                  <a:pt x="6800850" y="281212"/>
                </a:lnTo>
                <a:lnTo>
                  <a:pt x="6820281" y="291960"/>
                </a:lnTo>
                <a:lnTo>
                  <a:pt x="6839712" y="302872"/>
                </a:lnTo>
                <a:lnTo>
                  <a:pt x="6859143" y="313947"/>
                </a:lnTo>
                <a:lnTo>
                  <a:pt x="6878574" y="325181"/>
                </a:lnTo>
                <a:lnTo>
                  <a:pt x="6898005" y="336571"/>
                </a:lnTo>
                <a:lnTo>
                  <a:pt x="6917436" y="348116"/>
                </a:lnTo>
                <a:lnTo>
                  <a:pt x="6936867" y="359812"/>
                </a:lnTo>
                <a:lnTo>
                  <a:pt x="6956298" y="371655"/>
                </a:lnTo>
                <a:lnTo>
                  <a:pt x="6975729" y="383644"/>
                </a:lnTo>
                <a:lnTo>
                  <a:pt x="6995160" y="395775"/>
                </a:lnTo>
                <a:lnTo>
                  <a:pt x="7014591" y="408045"/>
                </a:lnTo>
                <a:lnTo>
                  <a:pt x="7034022" y="420452"/>
                </a:lnTo>
                <a:lnTo>
                  <a:pt x="7053453" y="432992"/>
                </a:lnTo>
                <a:lnTo>
                  <a:pt x="7072884" y="445661"/>
                </a:lnTo>
                <a:lnTo>
                  <a:pt x="7092315" y="458458"/>
                </a:lnTo>
                <a:lnTo>
                  <a:pt x="7111746" y="471379"/>
                </a:lnTo>
                <a:lnTo>
                  <a:pt x="7131177" y="484420"/>
                </a:lnTo>
                <a:lnTo>
                  <a:pt x="7150608" y="497578"/>
                </a:lnTo>
                <a:lnTo>
                  <a:pt x="7170039" y="510851"/>
                </a:lnTo>
                <a:lnTo>
                  <a:pt x="7189470" y="524234"/>
                </a:lnTo>
                <a:lnTo>
                  <a:pt x="7208901" y="537725"/>
                </a:lnTo>
                <a:lnTo>
                  <a:pt x="7228332" y="551320"/>
                </a:lnTo>
                <a:lnTo>
                  <a:pt x="7247763" y="565016"/>
                </a:lnTo>
                <a:lnTo>
                  <a:pt x="7267194" y="578810"/>
                </a:lnTo>
                <a:lnTo>
                  <a:pt x="7286625" y="592697"/>
                </a:lnTo>
                <a:lnTo>
                  <a:pt x="7306056" y="606676"/>
                </a:lnTo>
                <a:lnTo>
                  <a:pt x="7325487" y="620741"/>
                </a:lnTo>
                <a:lnTo>
                  <a:pt x="7344918" y="634890"/>
                </a:lnTo>
                <a:lnTo>
                  <a:pt x="7364349" y="649120"/>
                </a:lnTo>
                <a:lnTo>
                  <a:pt x="7383780" y="663426"/>
                </a:lnTo>
                <a:lnTo>
                  <a:pt x="7403211" y="677806"/>
                </a:lnTo>
                <a:lnTo>
                  <a:pt x="7422642" y="692255"/>
                </a:lnTo>
                <a:lnTo>
                  <a:pt x="7442073" y="706770"/>
                </a:lnTo>
                <a:lnTo>
                  <a:pt x="7461504" y="721347"/>
                </a:lnTo>
                <a:lnTo>
                  <a:pt x="7480935" y="735984"/>
                </a:lnTo>
                <a:lnTo>
                  <a:pt x="7500366" y="750676"/>
                </a:lnTo>
                <a:lnTo>
                  <a:pt x="7519797" y="765419"/>
                </a:lnTo>
                <a:lnTo>
                  <a:pt x="7539228" y="780211"/>
                </a:lnTo>
                <a:lnTo>
                  <a:pt x="7558659" y="795047"/>
                </a:lnTo>
                <a:lnTo>
                  <a:pt x="7578090" y="809924"/>
                </a:lnTo>
                <a:lnTo>
                  <a:pt x="7597521" y="824837"/>
                </a:lnTo>
                <a:lnTo>
                  <a:pt x="7616952" y="839785"/>
                </a:lnTo>
                <a:lnTo>
                  <a:pt x="7636383" y="854761"/>
                </a:lnTo>
                <a:lnTo>
                  <a:pt x="7655814" y="869764"/>
                </a:lnTo>
                <a:lnTo>
                  <a:pt x="7675245" y="884789"/>
                </a:lnTo>
                <a:lnTo>
                  <a:pt x="7694676" y="899833"/>
                </a:lnTo>
                <a:lnTo>
                  <a:pt x="7714107" y="914892"/>
                </a:lnTo>
                <a:lnTo>
                  <a:pt x="7733538" y="929961"/>
                </a:lnTo>
                <a:lnTo>
                  <a:pt x="7752969" y="945039"/>
                </a:lnTo>
                <a:lnTo>
                  <a:pt x="7772400" y="960119"/>
                </a:lnTo>
              </a:path>
            </a:pathLst>
          </a:custGeom>
          <a:noFill/>
          <a:ln w="38100">
            <a:solidFill>
              <a:srgbClr val="C0392B"/>
            </a:solidFill>
            <a:prstDash val="dash"/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83" name="TextBox 32"/>
          <p:cNvSpPr/>
          <p:nvPr/>
        </p:nvSpPr>
        <p:spPr>
          <a:xfrm>
            <a:off x="795600" y="4526280"/>
            <a:ext cx="5486040" cy="2062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hy-AM" sz="1340" b="1" u="none" strike="noStrike" dirty="0">
                <a:solidFill>
                  <a:srgbClr val="C0392B"/>
                </a:solidFill>
                <a:effectLst/>
                <a:uFillTx/>
                <a:latin typeface="Ghea Grapalat"/>
              </a:rPr>
              <a:t>Ն</a:t>
            </a:r>
            <a:r>
              <a:rPr lang="en-US" sz="1340" b="1" u="none" strike="noStrike" dirty="0" err="1">
                <a:solidFill>
                  <a:srgbClr val="C0392B"/>
                </a:solidFill>
                <a:effectLst/>
                <a:uFillTx/>
                <a:latin typeface="Ghea Grapalat"/>
              </a:rPr>
              <a:t>մուշառման</a:t>
            </a:r>
            <a:r>
              <a:rPr lang="en-US" sz="1340" b="1" u="none" strike="noStrike" dirty="0">
                <a:solidFill>
                  <a:srgbClr val="C0392B"/>
                </a:solidFill>
                <a:effectLst/>
                <a:uFillTx/>
                <a:latin typeface="Ghea Grapalat"/>
              </a:rPr>
              <a:t> </a:t>
            </a:r>
            <a:r>
              <a:rPr lang="en-US" sz="1340" b="1" u="none" strike="noStrike" dirty="0" err="1">
                <a:solidFill>
                  <a:srgbClr val="C0392B"/>
                </a:solidFill>
                <a:effectLst/>
                <a:uFillTx/>
                <a:latin typeface="Ghea Grapalat"/>
              </a:rPr>
              <a:t>արդյունքները</a:t>
            </a:r>
            <a:r>
              <a:rPr lang="en-US" sz="1340" b="1" u="none" strike="noStrike" dirty="0">
                <a:solidFill>
                  <a:srgbClr val="C0392B"/>
                </a:solidFill>
                <a:effectLst/>
                <a:uFillTx/>
                <a:latin typeface="Ghea Grapalat"/>
              </a:rPr>
              <a:t>·  1 </a:t>
            </a:r>
            <a:r>
              <a:rPr lang="en-US" sz="1340" b="1" u="none" strike="noStrike" dirty="0" err="1">
                <a:solidFill>
                  <a:srgbClr val="C0392B"/>
                </a:solidFill>
                <a:effectLst/>
                <a:uFillTx/>
                <a:latin typeface="Ghea Grapalat"/>
              </a:rPr>
              <a:t>պարբերություն</a:t>
            </a:r>
            <a:endParaRPr lang="en-US" sz="134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84" name="TextBox 33"/>
          <p:cNvSpPr/>
          <p:nvPr/>
        </p:nvSpPr>
        <p:spPr>
          <a:xfrm>
            <a:off x="8933760" y="2331720"/>
            <a:ext cx="2742840" cy="8145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30000"/>
              </a:lnSpc>
            </a:pPr>
            <a:r>
              <a:rPr lang="en-US" sz="1400" b="1" u="none" strike="noStrike" dirty="0" err="1">
                <a:solidFill>
                  <a:srgbClr val="C0392B"/>
                </a:solidFill>
                <a:effectLst/>
                <a:uFillTx/>
                <a:latin typeface="Ghea Grapalat"/>
              </a:rPr>
              <a:t>կարմիր</a:t>
            </a:r>
            <a:r>
              <a:rPr lang="en-US" sz="1400" b="1" u="none" strike="noStrike" dirty="0">
                <a:solidFill>
                  <a:srgbClr val="C0392B"/>
                </a:solidFill>
                <a:effectLst/>
                <a:uFillTx/>
                <a:latin typeface="Ghea Grapalat"/>
              </a:rPr>
              <a:t> </a:t>
            </a:r>
            <a:r>
              <a:rPr lang="en-US" sz="1400" b="1" u="none" strike="noStrike" dirty="0" err="1">
                <a:solidFill>
                  <a:srgbClr val="C0392B"/>
                </a:solidFill>
                <a:effectLst/>
                <a:uFillTx/>
                <a:latin typeface="Ghea Grapalat"/>
              </a:rPr>
              <a:t>կետերը</a:t>
            </a:r>
            <a:r>
              <a:rPr lang="en-US" sz="1400" b="1" u="none" strike="noStrike" dirty="0">
                <a:solidFill>
                  <a:srgbClr val="C0392B"/>
                </a:solidFill>
                <a:effectLst/>
                <a:uFillTx/>
                <a:latin typeface="Ghea Grapalat"/>
              </a:rPr>
              <a:t> =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defTabSz="457200">
              <a:lnSpc>
                <a:spcPct val="130000"/>
              </a:lnSpc>
            </a:pPr>
            <a:r>
              <a:rPr lang="en-US" sz="1400" b="1" u="none" strike="noStrike" dirty="0" err="1">
                <a:solidFill>
                  <a:srgbClr val="C0392B"/>
                </a:solidFill>
                <a:effectLst/>
                <a:uFillTx/>
                <a:latin typeface="Ghea Grapalat"/>
              </a:rPr>
              <a:t>միայն</a:t>
            </a:r>
            <a:r>
              <a:rPr lang="en-US" sz="1400" b="1" u="none" strike="noStrike" dirty="0">
                <a:solidFill>
                  <a:srgbClr val="C0392B"/>
                </a:solidFill>
                <a:effectLst/>
                <a:uFillTx/>
                <a:latin typeface="Ghea Grapalat"/>
              </a:rPr>
              <a:t> այն </a:t>
            </a:r>
            <a:r>
              <a:rPr lang="en-US" sz="1400" b="1" u="none" strike="noStrike" dirty="0" err="1">
                <a:solidFill>
                  <a:srgbClr val="C0392B"/>
                </a:solidFill>
                <a:effectLst/>
                <a:uFillTx/>
                <a:latin typeface="Ghea Grapalat"/>
              </a:rPr>
              <a:t>պահերը</a:t>
            </a:r>
            <a:r>
              <a:rPr lang="en-US" sz="1400" b="1" u="none" strike="noStrike" dirty="0">
                <a:solidFill>
                  <a:srgbClr val="C0392B"/>
                </a:solidFill>
                <a:effectLst/>
                <a:uFillTx/>
                <a:latin typeface="Ghea Grapalat"/>
              </a:rPr>
              <a:t>,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defTabSz="457200">
              <a:lnSpc>
                <a:spcPct val="130000"/>
              </a:lnSpc>
            </a:pPr>
            <a:r>
              <a:rPr lang="en-US" sz="1400" b="1" u="none" strike="noStrike" dirty="0" err="1">
                <a:solidFill>
                  <a:srgbClr val="C0392B"/>
                </a:solidFill>
                <a:effectLst/>
                <a:uFillTx/>
                <a:latin typeface="Ghea Grapalat"/>
              </a:rPr>
              <a:t>երբ</a:t>
            </a:r>
            <a:r>
              <a:rPr lang="en-US" sz="1400" b="1" u="none" strike="noStrike" dirty="0">
                <a:solidFill>
                  <a:srgbClr val="C0392B"/>
                </a:solidFill>
                <a:effectLst/>
                <a:uFillTx/>
                <a:latin typeface="Ghea Grapalat"/>
              </a:rPr>
              <a:t> ԱԹԿ-ն </a:t>
            </a:r>
            <a:r>
              <a:rPr lang="en-US" sz="1400" b="1" u="none" strike="noStrike" dirty="0" err="1">
                <a:solidFill>
                  <a:srgbClr val="C0392B"/>
                </a:solidFill>
                <a:effectLst/>
                <a:uFillTx/>
                <a:latin typeface="Ghea Grapalat"/>
              </a:rPr>
              <a:t>չափե</a:t>
            </a:r>
            <a:r>
              <a:rPr lang="en-US" sz="1400" b="1" dirty="0" err="1">
                <a:solidFill>
                  <a:srgbClr val="C0392B"/>
                </a:solidFill>
                <a:latin typeface="Ghea Grapalat"/>
              </a:rPr>
              <a:t>լ</a:t>
            </a:r>
            <a:r>
              <a:rPr lang="en-US" sz="1400" b="1" u="none" strike="noStrike" dirty="0">
                <a:solidFill>
                  <a:srgbClr val="C0392B"/>
                </a:solidFill>
                <a:effectLst/>
                <a:uFillTx/>
                <a:latin typeface="Ghea Grapalat"/>
              </a:rPr>
              <a:t> է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85" name="Rounded Rectangle 34"/>
          <p:cNvSpPr/>
          <p:nvPr/>
        </p:nvSpPr>
        <p:spPr>
          <a:xfrm>
            <a:off x="8933760" y="3611880"/>
            <a:ext cx="2834280" cy="1051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0392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9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| 1520 - 15x100 |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9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=  20 </a:t>
            </a:r>
            <a:r>
              <a:rPr lang="en-US" sz="1900" b="1" dirty="0" err="1">
                <a:solidFill>
                  <a:srgbClr val="1A1F24"/>
                </a:solidFill>
                <a:latin typeface="Ghea Grapalat"/>
              </a:rPr>
              <a:t>Հց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86" name="Rounded Rectangle 35"/>
          <p:cNvSpPr/>
          <p:nvPr/>
        </p:nvSpPr>
        <p:spPr>
          <a:xfrm>
            <a:off x="658440" y="5139000"/>
            <a:ext cx="10874520" cy="804240"/>
          </a:xfrm>
          <a:prstGeom prst="roundRect">
            <a:avLst>
              <a:gd name="adj" fmla="val 10000"/>
            </a:avLst>
          </a:prstGeom>
          <a:solidFill>
            <a:srgbClr val="F7DFDC"/>
          </a:solidFill>
          <a:ln w="15875">
            <a:solidFill>
              <a:srgbClr val="C0392B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0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տվիչը</a:t>
            </a:r>
            <a:r>
              <a:rPr lang="en-US" sz="20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20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ճշգրտորեն</a:t>
            </a:r>
            <a:r>
              <a:rPr lang="en-US" sz="20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20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ցույց</a:t>
            </a:r>
            <a:r>
              <a:rPr lang="en-US" sz="20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20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էր</a:t>
            </a:r>
            <a:r>
              <a:rPr lang="en-US" sz="20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տալիս </a:t>
            </a:r>
            <a:r>
              <a:rPr lang="en-US" sz="20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առանցքակալի</a:t>
            </a:r>
            <a:r>
              <a:rPr lang="en-US" sz="20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20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քայքայումը</a:t>
            </a:r>
            <a:r>
              <a:rPr lang="en-US" sz="20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՝ </a:t>
            </a:r>
            <a:r>
              <a:rPr lang="en-US" sz="20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պիտակավորված</a:t>
            </a:r>
            <a:r>
              <a:rPr lang="en-US" sz="20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որպես բեռի </a:t>
            </a:r>
            <a:r>
              <a:rPr lang="en-US" sz="20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դանդաղ</a:t>
            </a:r>
            <a:r>
              <a:rPr lang="en-US" sz="20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20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փոփոխություն</a:t>
            </a:r>
            <a:r>
              <a:rPr lang="en-US" sz="20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։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A1F2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88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7A848C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89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 dirty="0">
                <a:solidFill>
                  <a:srgbClr val="7A848C"/>
                </a:solidFill>
                <a:effectLst/>
                <a:uFillTx/>
                <a:latin typeface="Ghea Grapalat"/>
              </a:rPr>
              <a:t>37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90" name="TextBox 4"/>
          <p:cNvSpPr/>
          <p:nvPr/>
        </p:nvSpPr>
        <p:spPr>
          <a:xfrm>
            <a:off x="658440" y="274320"/>
            <a:ext cx="10874520" cy="1846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C0392B"/>
                </a:solidFill>
                <a:effectLst/>
                <a:uFillTx/>
                <a:latin typeface="Ghea Grapalat"/>
              </a:rPr>
              <a:t>ԴԱՏԱՎՃԻՌԸ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91" name="TextBox 5"/>
          <p:cNvSpPr/>
          <p:nvPr/>
        </p:nvSpPr>
        <p:spPr>
          <a:xfrm>
            <a:off x="658440" y="1965960"/>
            <a:ext cx="10874520" cy="17888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8000"/>
              </a:lnSpc>
            </a:pPr>
            <a:r>
              <a:rPr lang="en-US" sz="360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Ոչինչ</a:t>
            </a:r>
            <a:r>
              <a:rPr lang="en-US" sz="360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 </a:t>
            </a:r>
            <a:r>
              <a:rPr lang="en-US" sz="360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խափանված</a:t>
            </a:r>
            <a:r>
              <a:rPr lang="en-US" sz="360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 </a:t>
            </a:r>
            <a:r>
              <a:rPr lang="en-US" sz="360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չէր</a:t>
            </a:r>
            <a:r>
              <a:rPr lang="en-US" sz="360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։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defTabSz="457200">
              <a:lnSpc>
                <a:spcPct val="118000"/>
              </a:lnSpc>
            </a:pPr>
            <a:r>
              <a:rPr lang="en-US" sz="288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Ամբողջը</a:t>
            </a:r>
            <a:r>
              <a:rPr lang="en-US" sz="288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 </a:t>
            </a:r>
            <a:r>
              <a:rPr lang="en-US" sz="288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համապատասխանում</a:t>
            </a:r>
            <a:r>
              <a:rPr lang="en-US" sz="288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 </a:t>
            </a:r>
            <a:r>
              <a:rPr lang="en-US" sz="288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էր</a:t>
            </a:r>
            <a:r>
              <a:rPr lang="en-US" sz="288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 </a:t>
            </a:r>
            <a:r>
              <a:rPr lang="en-US" sz="288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բնութագրին</a:t>
            </a:r>
            <a:r>
              <a:rPr lang="en-US" sz="288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։</a:t>
            </a:r>
            <a:endParaRPr lang="en-US" sz="288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  <a:p>
            <a:pPr defTabSz="457200">
              <a:lnSpc>
                <a:spcPct val="118000"/>
              </a:lnSpc>
            </a:pPr>
            <a:r>
              <a:rPr lang="en-US" sz="360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Համակարգը </a:t>
            </a:r>
            <a:r>
              <a:rPr lang="en-US" sz="360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երբեք</a:t>
            </a:r>
            <a:r>
              <a:rPr lang="en-US" sz="360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 </a:t>
            </a:r>
            <a:r>
              <a:rPr lang="en-US" sz="360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բնութագրված</a:t>
            </a:r>
            <a:r>
              <a:rPr lang="en-US" sz="360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 </a:t>
            </a:r>
            <a:r>
              <a:rPr lang="en-US" sz="360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չէր</a:t>
            </a:r>
            <a:r>
              <a:rPr lang="en-US" sz="360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։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92" name="Rectangle 6"/>
          <p:cNvSpPr/>
          <p:nvPr/>
        </p:nvSpPr>
        <p:spPr>
          <a:xfrm>
            <a:off x="658440" y="4617720"/>
            <a:ext cx="1371240" cy="50400"/>
          </a:xfrm>
          <a:prstGeom prst="rect">
            <a:avLst/>
          </a:prstGeom>
          <a:solidFill>
            <a:srgbClr val="C0392B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93" name="TextBox 7"/>
          <p:cNvSpPr/>
          <p:nvPr/>
        </p:nvSpPr>
        <p:spPr>
          <a:xfrm>
            <a:off x="658440" y="4892040"/>
            <a:ext cx="9960120" cy="72955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30000"/>
              </a:lnSpc>
            </a:pP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Ալիասինգը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անվերադարձ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է։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Ոչ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մի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հետագա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ֆիլտր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,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ոչ</a:t>
            </a:r>
            <a:r>
              <a:rPr lang="en-US" sz="1900" dirty="0">
                <a:solidFill>
                  <a:srgbClr val="B8C0C6"/>
                </a:solidFill>
                <a:latin typeface="Ghea Grapalat"/>
              </a:rPr>
              <a:t> մի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խելացի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ծրագիր,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ոչ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մեքենայական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ուսուցումը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չի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վերականգնի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հաճախությունը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, որը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չեք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 </a:t>
            </a:r>
            <a:r>
              <a:rPr lang="en-US" sz="1900" b="0" u="none" strike="noStrike" dirty="0" err="1">
                <a:solidFill>
                  <a:srgbClr val="B8C0C6"/>
                </a:solidFill>
                <a:effectLst/>
                <a:uFillTx/>
                <a:latin typeface="Ghea Grapalat"/>
              </a:rPr>
              <a:t>նմուշառել</a:t>
            </a:r>
            <a:r>
              <a:rPr lang="en-US" sz="1900" b="0" u="none" strike="noStrike" dirty="0">
                <a:solidFill>
                  <a:srgbClr val="B8C0C6"/>
                </a:solidFill>
                <a:effectLst/>
                <a:uFillTx/>
                <a:latin typeface="Ghea Grapalat"/>
              </a:rPr>
              <a:t>։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95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96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38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97" name="TextBox 4"/>
          <p:cNvSpPr/>
          <p:nvPr/>
        </p:nvSpPr>
        <p:spPr>
          <a:xfrm>
            <a:off x="658440" y="475560"/>
            <a:ext cx="10874520" cy="49090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19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Ինչն</a:t>
            </a:r>
            <a:r>
              <a:rPr lang="en-US" sz="319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319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էր</a:t>
            </a:r>
            <a:r>
              <a:rPr lang="en-US" sz="319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319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բացակայում</a:t>
            </a:r>
            <a:endParaRPr lang="en-US" sz="319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698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699" name="TextBox 6"/>
          <p:cNvSpPr/>
          <p:nvPr/>
        </p:nvSpPr>
        <p:spPr>
          <a:xfrm>
            <a:off x="658440" y="1353240"/>
            <a:ext cx="10874520" cy="2616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7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Մեկ </a:t>
            </a:r>
            <a:r>
              <a:rPr lang="en-US" sz="17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տող</a:t>
            </a:r>
            <a:r>
              <a:rPr lang="en-US" sz="17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, </a:t>
            </a:r>
            <a:r>
              <a:rPr lang="en-US" sz="17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մեկ</a:t>
            </a:r>
            <a:r>
              <a:rPr lang="en-US" sz="17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7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փաստաթղթում</a:t>
            </a:r>
            <a:r>
              <a:rPr lang="en-US" sz="17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, որը </a:t>
            </a:r>
            <a:r>
              <a:rPr lang="en-US" sz="17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ոչ</a:t>
            </a:r>
            <a:r>
              <a:rPr lang="en-US" sz="17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700" b="0" i="1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ոք</a:t>
            </a:r>
            <a:r>
              <a:rPr lang="en-US" sz="1700" b="0" i="1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700" i="1" dirty="0" err="1">
                <a:solidFill>
                  <a:srgbClr val="6B7680"/>
                </a:solidFill>
                <a:latin typeface="Ghea Grapalat"/>
              </a:rPr>
              <a:t>չսահմանեց</a:t>
            </a:r>
            <a:endParaRPr lang="en-US" sz="17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700" name="Rounded Rectangle 7"/>
          <p:cNvSpPr/>
          <p:nvPr/>
        </p:nvSpPr>
        <p:spPr>
          <a:xfrm>
            <a:off x="658440" y="2286000"/>
            <a:ext cx="10874520" cy="1234080"/>
          </a:xfrm>
          <a:prstGeom prst="roundRect">
            <a:avLst>
              <a:gd name="adj" fmla="val 10000"/>
            </a:avLst>
          </a:prstGeom>
          <a:solidFill>
            <a:srgbClr val="1A1F24"/>
          </a:solidFill>
          <a:ln w="38100">
            <a:solidFill>
              <a:srgbClr val="0E7C86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720" tIns="27360" rIns="54720" bIns="273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59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Թողունակություն</a:t>
            </a:r>
            <a:r>
              <a:rPr lang="en-US" sz="259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.  ≥ 4 կՀց, </a:t>
            </a:r>
            <a:r>
              <a:rPr lang="en-US" sz="259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հակաալիասինգային</a:t>
            </a:r>
            <a:r>
              <a:rPr lang="en-US" sz="259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.    </a:t>
            </a:r>
          </a:p>
          <a:p>
            <a:pPr algn="ctr" defTabSz="457200">
              <a:lnSpc>
                <a:spcPct val="100000"/>
              </a:lnSpc>
            </a:pPr>
            <a:r>
              <a:rPr lang="en-US" sz="2590" b="1" u="none" strike="noStrike" dirty="0" err="1">
                <a:solidFill>
                  <a:srgbClr val="F7F5F1"/>
                </a:solidFill>
                <a:effectLst/>
                <a:uFillTx/>
                <a:latin typeface="Ghea Grapalat"/>
              </a:rPr>
              <a:t>Նմուշառում</a:t>
            </a:r>
            <a:r>
              <a:rPr lang="en-US" sz="259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.  ≥ 8 </a:t>
            </a:r>
            <a:r>
              <a:rPr lang="en-US" sz="2590" b="1" dirty="0">
                <a:solidFill>
                  <a:srgbClr val="F7F5F1"/>
                </a:solidFill>
                <a:latin typeface="Ghea Grapalat"/>
              </a:rPr>
              <a:t>կՀց</a:t>
            </a:r>
            <a:r>
              <a:rPr lang="en-US" sz="2590" b="1" u="none" strike="noStrike" dirty="0">
                <a:solidFill>
                  <a:srgbClr val="F7F5F1"/>
                </a:solidFill>
                <a:effectLst/>
                <a:uFillTx/>
                <a:latin typeface="Ghea Grapalat"/>
              </a:rPr>
              <a:t>։</a:t>
            </a:r>
            <a:endParaRPr lang="en-US" sz="2590" b="0" u="none" strike="noStrike" dirty="0">
              <a:solidFill>
                <a:srgbClr val="FFFFFF"/>
              </a:solidFill>
              <a:effectLst/>
              <a:uFillTx/>
              <a:latin typeface="Ghea Grapalat"/>
            </a:endParaRPr>
          </a:p>
        </p:txBody>
      </p:sp>
      <p:sp>
        <p:nvSpPr>
          <p:cNvPr id="701" name="TextBox 8"/>
          <p:cNvSpPr/>
          <p:nvPr/>
        </p:nvSpPr>
        <p:spPr>
          <a:xfrm>
            <a:off x="658440" y="3794760"/>
            <a:ext cx="10874520" cy="4001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 dirty="0">
                <a:solidFill>
                  <a:srgbClr val="C0392B"/>
                </a:solidFill>
                <a:effectLst/>
                <a:uFillTx/>
                <a:latin typeface="Ghea Grapalat"/>
              </a:rPr>
              <a:t>Մեկ </a:t>
            </a:r>
            <a:r>
              <a:rPr lang="en-US" sz="2600" b="1" u="none" strike="noStrike" dirty="0" err="1">
                <a:solidFill>
                  <a:srgbClr val="C0392B"/>
                </a:solidFill>
                <a:effectLst/>
                <a:uFillTx/>
                <a:latin typeface="Ghea Grapalat"/>
              </a:rPr>
              <a:t>տող</a:t>
            </a:r>
            <a:r>
              <a:rPr lang="en-US" sz="2600" b="1" u="none" strike="noStrike" dirty="0">
                <a:solidFill>
                  <a:srgbClr val="C0392B"/>
                </a:solidFill>
                <a:effectLst/>
                <a:uFillTx/>
                <a:latin typeface="Ghea Grapalat"/>
              </a:rPr>
              <a:t>։ Մեկ </a:t>
            </a:r>
            <a:r>
              <a:rPr lang="en-US" sz="2600" b="1" u="none" strike="noStrike" dirty="0" err="1">
                <a:solidFill>
                  <a:srgbClr val="C0392B"/>
                </a:solidFill>
                <a:effectLst/>
                <a:uFillTx/>
                <a:latin typeface="Ghea Grapalat"/>
              </a:rPr>
              <a:t>շարժիչ</a:t>
            </a:r>
            <a:r>
              <a:rPr lang="en-US" sz="2600" b="1" u="none" strike="noStrike" dirty="0">
                <a:solidFill>
                  <a:srgbClr val="C0392B"/>
                </a:solidFill>
                <a:effectLst/>
                <a:uFillTx/>
                <a:latin typeface="Ghea Grapalat"/>
              </a:rPr>
              <a:t>։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7F5F1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704" name="TextBox 2"/>
          <p:cNvSpPr/>
          <p:nvPr/>
        </p:nvSpPr>
        <p:spPr>
          <a:xfrm>
            <a:off x="658440" y="6400800"/>
            <a:ext cx="5486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MEMS և տվիչներ  ·  Դասախոսություն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705" name="TextBox 3"/>
          <p:cNvSpPr/>
          <p:nvPr/>
        </p:nvSpPr>
        <p:spPr>
          <a:xfrm>
            <a:off x="10618920" y="6400800"/>
            <a:ext cx="914040" cy="16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11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39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706" name="TextBox 4"/>
          <p:cNvSpPr/>
          <p:nvPr/>
        </p:nvSpPr>
        <p:spPr>
          <a:xfrm>
            <a:off x="658440" y="475560"/>
            <a:ext cx="10874520" cy="5232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Չորս </a:t>
            </a:r>
            <a:r>
              <a:rPr lang="en-US" sz="34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բան</a:t>
            </a:r>
            <a:r>
              <a:rPr lang="en-US" sz="3400" b="1" dirty="0">
                <a:solidFill>
                  <a:srgbClr val="1A1F24"/>
                </a:solidFill>
                <a:latin typeface="Ghea Grapalat"/>
              </a:rPr>
              <a:t>, որն անհրաժեշտ է</a:t>
            </a:r>
            <a:r>
              <a:rPr lang="en-US" sz="34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34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հիշել</a:t>
            </a:r>
            <a:endParaRPr lang="en-US" sz="34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707" name="Rectangle 5"/>
          <p:cNvSpPr/>
          <p:nvPr/>
        </p:nvSpPr>
        <p:spPr>
          <a:xfrm>
            <a:off x="658440" y="1188720"/>
            <a:ext cx="1371240" cy="56880"/>
          </a:xfrm>
          <a:prstGeom prst="rect">
            <a:avLst/>
          </a:prstGeom>
          <a:solidFill>
            <a:srgbClr val="0E7C8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240" rIns="90000" bIns="122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Ghea Grapalat"/>
            </a:endParaRPr>
          </a:p>
        </p:txBody>
      </p:sp>
      <p:sp>
        <p:nvSpPr>
          <p:cNvPr id="708" name="TextBox 6"/>
          <p:cNvSpPr/>
          <p:nvPr/>
        </p:nvSpPr>
        <p:spPr>
          <a:xfrm>
            <a:off x="658440" y="1874520"/>
            <a:ext cx="685440" cy="3693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DCEDEF"/>
                </a:solidFill>
                <a:effectLst/>
                <a:uFillTx/>
                <a:latin typeface="Ghea Grapalat"/>
              </a:rPr>
              <a:t>01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709" name="TextBox 7"/>
          <p:cNvSpPr/>
          <p:nvPr/>
        </p:nvSpPr>
        <p:spPr>
          <a:xfrm>
            <a:off x="1435680" y="1856160"/>
            <a:ext cx="10240920" cy="33855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Չափումը շղթա է, և այն սկսվում է տվիչից առաջ։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710" name="TextBox 8"/>
          <p:cNvSpPr/>
          <p:nvPr/>
        </p:nvSpPr>
        <p:spPr>
          <a:xfrm>
            <a:off x="1435680" y="2258640"/>
            <a:ext cx="10240920" cy="27699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Պտուտակը, ամրակն ու իրանը ձեր չափիչ սարքի մասն են։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711" name="TextBox 9"/>
          <p:cNvSpPr/>
          <p:nvPr/>
        </p:nvSpPr>
        <p:spPr>
          <a:xfrm>
            <a:off x="658440" y="2898720"/>
            <a:ext cx="685440" cy="3693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DCEDEF"/>
                </a:solidFill>
                <a:effectLst/>
                <a:uFillTx/>
                <a:latin typeface="Ghea Grapalat"/>
              </a:rPr>
              <a:t>02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712" name="TextBox 10"/>
          <p:cNvSpPr/>
          <p:nvPr/>
        </p:nvSpPr>
        <p:spPr>
          <a:xfrm>
            <a:off x="1435680" y="2880360"/>
            <a:ext cx="10240920" cy="31226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29" b="1" u="none" strike="noStrike">
                <a:solidFill>
                  <a:srgbClr val="1A1F24"/>
                </a:solidFill>
                <a:effectLst/>
                <a:uFillTx/>
                <a:latin typeface="Ghea Grapalat"/>
              </a:rPr>
              <a:t>Որոշ կորուստներ անվերադարձ են։</a:t>
            </a:r>
            <a:endParaRPr lang="en-US" sz="2029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713" name="TextBox 11"/>
          <p:cNvSpPr/>
          <p:nvPr/>
        </p:nvSpPr>
        <p:spPr>
          <a:xfrm>
            <a:off x="1435680" y="3282840"/>
            <a:ext cx="10240920" cy="27699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Ալիասինգը և բացակայող ժամանականիշը հետագայում ուղղելի չեն։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714" name="TextBox 12"/>
          <p:cNvSpPr/>
          <p:nvPr/>
        </p:nvSpPr>
        <p:spPr>
          <a:xfrm>
            <a:off x="658440" y="3922920"/>
            <a:ext cx="685440" cy="3693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DCEDEF"/>
                </a:solidFill>
                <a:effectLst/>
                <a:uFillTx/>
                <a:latin typeface="Ghea Grapalat"/>
              </a:rPr>
              <a:t>03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715" name="TextBox 13"/>
          <p:cNvSpPr/>
          <p:nvPr/>
        </p:nvSpPr>
        <p:spPr>
          <a:xfrm>
            <a:off x="1435680" y="3904560"/>
            <a:ext cx="10240920" cy="33855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Սարքի</a:t>
            </a:r>
            <a:r>
              <a:rPr lang="en-US" sz="22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22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փոքրացումը</a:t>
            </a:r>
            <a:r>
              <a:rPr lang="en-US" sz="22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22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փոխզիջում</a:t>
            </a:r>
            <a:r>
              <a:rPr lang="en-US" sz="22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է, </a:t>
            </a:r>
            <a:r>
              <a:rPr lang="en-US" sz="22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ոչ</a:t>
            </a:r>
            <a:r>
              <a:rPr lang="en-US" sz="22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</a:t>
            </a:r>
            <a:r>
              <a:rPr lang="en-US" sz="22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բարելավում</a:t>
            </a:r>
            <a:r>
              <a:rPr lang="en-US" sz="22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։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716" name="TextBox 14"/>
          <p:cNvSpPr/>
          <p:nvPr/>
        </p:nvSpPr>
        <p:spPr>
          <a:xfrm>
            <a:off x="1435680" y="4306680"/>
            <a:ext cx="10240920" cy="2523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40" b="0" u="none" strike="noStrike">
                <a:solidFill>
                  <a:srgbClr val="6B7680"/>
                </a:solidFill>
                <a:effectLst/>
                <a:uFillTx/>
                <a:latin typeface="Ghea Grapalat"/>
              </a:rPr>
              <a:t>k ∝ L, m ∝ L³, f₀ ∝ 1/L — թողունակությունը վեր, աղմուկի հատակն էլ վեր։</a:t>
            </a:r>
            <a:endParaRPr lang="en-US" sz="164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717" name="TextBox 15"/>
          <p:cNvSpPr/>
          <p:nvPr/>
        </p:nvSpPr>
        <p:spPr>
          <a:xfrm>
            <a:off x="658440" y="4946760"/>
            <a:ext cx="685440" cy="3693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DCEDEF"/>
                </a:solidFill>
                <a:effectLst/>
                <a:uFillTx/>
                <a:latin typeface="Ghea Grapalat"/>
              </a:rPr>
              <a:t>04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718" name="TextBox 16"/>
          <p:cNvSpPr/>
          <p:nvPr/>
        </p:nvSpPr>
        <p:spPr>
          <a:xfrm>
            <a:off x="1435680" y="4928760"/>
            <a:ext cx="10240920" cy="33855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Տեխնիկական </a:t>
            </a:r>
            <a:r>
              <a:rPr lang="en-US" sz="2200" b="1" u="none" strike="noStrike" dirty="0" err="1">
                <a:solidFill>
                  <a:srgbClr val="1A1F24"/>
                </a:solidFill>
                <a:effectLst/>
                <a:uFillTx/>
                <a:latin typeface="Ghea Grapalat"/>
              </a:rPr>
              <a:t>բնութագիրն</a:t>
            </a:r>
            <a:r>
              <a:rPr lang="en-US" sz="2200" b="1" u="none" strike="noStrike" dirty="0">
                <a:solidFill>
                  <a:srgbClr val="1A1F24"/>
                </a:solidFill>
                <a:effectLst/>
                <a:uFillTx/>
                <a:latin typeface="Ghea Grapalat"/>
              </a:rPr>
              <a:t> է արդյունքը։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  <p:sp>
        <p:nvSpPr>
          <p:cNvPr id="719" name="TextBox 17"/>
          <p:cNvSpPr/>
          <p:nvPr/>
        </p:nvSpPr>
        <p:spPr>
          <a:xfrm>
            <a:off x="1435680" y="5330880"/>
            <a:ext cx="10240920" cy="27699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Յոթ</a:t>
            </a:r>
            <a:r>
              <a:rPr lang="en-US" sz="18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80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տող</a:t>
            </a:r>
            <a:r>
              <a:rPr lang="en-US" sz="18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, </a:t>
            </a:r>
            <a:r>
              <a:rPr lang="en-US" sz="180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յուրաքանչյուրը</a:t>
            </a:r>
            <a:r>
              <a:rPr lang="en-US" sz="18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80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հիմնավորմամբ</a:t>
            </a:r>
            <a:r>
              <a:rPr lang="en-US" sz="18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։ </a:t>
            </a:r>
            <a:r>
              <a:rPr lang="en-US" sz="180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Սարքերի</a:t>
            </a:r>
            <a:r>
              <a:rPr lang="en-US" sz="18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80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կոդերը</a:t>
            </a:r>
            <a:r>
              <a:rPr lang="en-US" sz="18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</a:t>
            </a:r>
            <a:r>
              <a:rPr lang="en-US" sz="180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գալիս</a:t>
            </a:r>
            <a:r>
              <a:rPr lang="en-US" sz="18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 են </a:t>
            </a:r>
            <a:r>
              <a:rPr lang="en-US" sz="1800" b="0" u="none" strike="noStrike" dirty="0" err="1">
                <a:solidFill>
                  <a:srgbClr val="6B7680"/>
                </a:solidFill>
                <a:effectLst/>
                <a:uFillTx/>
                <a:latin typeface="Ghea Grapalat"/>
              </a:rPr>
              <a:t>հետո</a:t>
            </a:r>
            <a:r>
              <a:rPr lang="en-US" sz="1800" b="0" u="none" strike="noStrike" dirty="0">
                <a:solidFill>
                  <a:srgbClr val="6B7680"/>
                </a:solidFill>
                <a:effectLst/>
                <a:uFillTx/>
                <a:latin typeface="Ghea Grapalat"/>
              </a:rPr>
              <a:t>։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Ghea Grapala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130</TotalTime>
  <Words>6153</Words>
  <Application>Microsoft Office PowerPoint</Application>
  <PresentationFormat>Widescreen</PresentationFormat>
  <Paragraphs>923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8" baseType="lpstr">
      <vt:lpstr>Arial</vt:lpstr>
      <vt:lpstr>Calibri</vt:lpstr>
      <vt:lpstr>DejaVu Sans</vt:lpstr>
      <vt:lpstr>Ghea Grapalat</vt:lpstr>
      <vt:lpstr>Ghea Grapalat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Vardan Hovhannisyan</dc:creator>
  <dc:description>generated using python-pptx</dc:description>
  <cp:lastModifiedBy>Հովհաննիսյան Վարդան Դավիթի</cp:lastModifiedBy>
  <cp:revision>182</cp:revision>
  <dcterms:created xsi:type="dcterms:W3CDTF">2013-01-27T09:14:16Z</dcterms:created>
  <dcterms:modified xsi:type="dcterms:W3CDTF">2026-09-01T13:21:25Z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